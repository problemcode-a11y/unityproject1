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notesSlides/notesSlide1.xml" ContentType="application/vnd.openxmlformats-officedocument.presentationml.notesSlide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BE781-0B2E-9497-EAC8-83E87F0830F5}" v="2" dt="2024-09-19T17:11:51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61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791BE8-58FF-274B-A140-4D655BFF7F0E}" type="doc">
      <dgm:prSet loTypeId="urn:microsoft.com/office/officeart/2005/8/layout/chevro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989BFE-7A90-9348-96D9-C794C9775E09}">
      <dgm:prSet phldrT="[Text]" custT="1"/>
      <dgm:spPr/>
      <dgm:t>
        <a:bodyPr/>
        <a:lstStyle/>
        <a:p>
          <a:r>
            <a:rPr lang="en-US" sz="1100" dirty="0"/>
            <a:t>Highest priority</a:t>
          </a:r>
        </a:p>
      </dgm:t>
    </dgm:pt>
    <dgm:pt modelId="{C00A5AC7-F42C-3244-B3DC-C70C708AE822}" type="parTrans" cxnId="{DF55DD81-A15E-5744-93BA-49C7D8BA27A1}">
      <dgm:prSet/>
      <dgm:spPr/>
      <dgm:t>
        <a:bodyPr/>
        <a:lstStyle/>
        <a:p>
          <a:endParaRPr lang="en-US"/>
        </a:p>
      </dgm:t>
    </dgm:pt>
    <dgm:pt modelId="{54819810-2F22-3F4B-8C55-F5CDA89715CF}" type="sibTrans" cxnId="{DF55DD81-A15E-5744-93BA-49C7D8BA27A1}">
      <dgm:prSet/>
      <dgm:spPr/>
      <dgm:t>
        <a:bodyPr/>
        <a:lstStyle/>
        <a:p>
          <a:endParaRPr lang="en-US"/>
        </a:p>
      </dgm:t>
    </dgm:pt>
    <dgm:pt modelId="{5B170912-FEA1-A743-AE2C-106B89510096}">
      <dgm:prSet phldrT="[Text]"/>
      <dgm:spPr/>
      <dgm:t>
        <a:bodyPr/>
        <a:lstStyle/>
        <a:p>
          <a:r>
            <a:rPr lang="en-US" dirty="0"/>
            <a:t>Foreground</a:t>
          </a:r>
        </a:p>
      </dgm:t>
    </dgm:pt>
    <dgm:pt modelId="{5B9C37AF-48CD-1146-B33D-0EA4F0758C18}" type="parTrans" cxnId="{C5DF5F4B-CAB3-414E-A8F5-FEE2C49D71F5}">
      <dgm:prSet/>
      <dgm:spPr/>
      <dgm:t>
        <a:bodyPr/>
        <a:lstStyle/>
        <a:p>
          <a:endParaRPr lang="en-US"/>
        </a:p>
      </dgm:t>
    </dgm:pt>
    <dgm:pt modelId="{68836CDA-CDFC-C545-ACA0-B1D43A9F638C}" type="sibTrans" cxnId="{C5DF5F4B-CAB3-414E-A8F5-FEE2C49D71F5}">
      <dgm:prSet/>
      <dgm:spPr/>
      <dgm:t>
        <a:bodyPr/>
        <a:lstStyle/>
        <a:p>
          <a:endParaRPr lang="en-US"/>
        </a:p>
      </dgm:t>
    </dgm:pt>
    <dgm:pt modelId="{A92EAE87-9AED-4148-8245-433FE9AE5BA6}">
      <dgm:prSet phldrT="[Text]"/>
      <dgm:spPr/>
      <dgm:t>
        <a:bodyPr/>
        <a:lstStyle/>
        <a:p>
          <a:r>
            <a:rPr lang="en-US" dirty="0"/>
            <a:t>Visible</a:t>
          </a:r>
        </a:p>
      </dgm:t>
    </dgm:pt>
    <dgm:pt modelId="{5472B89B-3E2E-9C4C-AC21-4746759629FA}" type="parTrans" cxnId="{5B3B6C65-0F31-6244-9E34-D8BE34762DEC}">
      <dgm:prSet/>
      <dgm:spPr/>
      <dgm:t>
        <a:bodyPr/>
        <a:lstStyle/>
        <a:p>
          <a:endParaRPr lang="en-US"/>
        </a:p>
      </dgm:t>
    </dgm:pt>
    <dgm:pt modelId="{8A9A69E2-0382-E44E-B0FA-18334808446E}" type="sibTrans" cxnId="{5B3B6C65-0F31-6244-9E34-D8BE34762DEC}">
      <dgm:prSet/>
      <dgm:spPr/>
      <dgm:t>
        <a:bodyPr/>
        <a:lstStyle/>
        <a:p>
          <a:endParaRPr lang="en-US"/>
        </a:p>
      </dgm:t>
    </dgm:pt>
    <dgm:pt modelId="{52AA5F6F-5CDE-BD42-9E7F-BE4A1AB1D074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3F36C20-E18F-7C47-9C8A-7817FEC12038}" type="parTrans" cxnId="{7ACEABFF-9E06-3B4C-957C-969417D756CD}">
      <dgm:prSet/>
      <dgm:spPr/>
      <dgm:t>
        <a:bodyPr/>
        <a:lstStyle/>
        <a:p>
          <a:endParaRPr lang="en-US"/>
        </a:p>
      </dgm:t>
    </dgm:pt>
    <dgm:pt modelId="{C5C2DD8D-ACEB-0C4A-9FC3-FFBEEB0A80E3}" type="sibTrans" cxnId="{7ACEABFF-9E06-3B4C-957C-969417D756CD}">
      <dgm:prSet/>
      <dgm:spPr/>
      <dgm:t>
        <a:bodyPr/>
        <a:lstStyle/>
        <a:p>
          <a:endParaRPr lang="en-US"/>
        </a:p>
      </dgm:t>
    </dgm:pt>
    <dgm:pt modelId="{9F2F00EE-65A8-714C-9A92-584D00C1B198}">
      <dgm:prSet phldrT="[Text]"/>
      <dgm:spPr/>
      <dgm:t>
        <a:bodyPr/>
        <a:lstStyle/>
        <a:p>
          <a:r>
            <a:rPr lang="en-US" dirty="0"/>
            <a:t>Service</a:t>
          </a:r>
        </a:p>
      </dgm:t>
    </dgm:pt>
    <dgm:pt modelId="{6C727210-A2E1-794D-9A7C-CCAFEF2DF566}" type="parTrans" cxnId="{DA6E0744-043F-D04D-8E32-93D61B751780}">
      <dgm:prSet/>
      <dgm:spPr/>
      <dgm:t>
        <a:bodyPr/>
        <a:lstStyle/>
        <a:p>
          <a:endParaRPr lang="en-US"/>
        </a:p>
      </dgm:t>
    </dgm:pt>
    <dgm:pt modelId="{2F7C6BF9-0FCE-2240-9FD6-18E09377EFF6}" type="sibTrans" cxnId="{DA6E0744-043F-D04D-8E32-93D61B751780}">
      <dgm:prSet/>
      <dgm:spPr/>
      <dgm:t>
        <a:bodyPr/>
        <a:lstStyle/>
        <a:p>
          <a:endParaRPr lang="en-US"/>
        </a:p>
      </dgm:t>
    </dgm:pt>
    <dgm:pt modelId="{E301BB5A-E7B2-D04B-A636-0ACAE6945593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A2B7D118-742C-0F49-90F6-0FA90A3B0363}" type="sibTrans" cxnId="{7AB15E39-8D10-364F-8723-031B947BE2AA}">
      <dgm:prSet/>
      <dgm:spPr/>
      <dgm:t>
        <a:bodyPr/>
        <a:lstStyle/>
        <a:p>
          <a:endParaRPr lang="en-US"/>
        </a:p>
      </dgm:t>
    </dgm:pt>
    <dgm:pt modelId="{B2D4056B-B140-EE4C-A562-FB24BCB56853}" type="parTrans" cxnId="{7AB15E39-8D10-364F-8723-031B947BE2AA}">
      <dgm:prSet/>
      <dgm:spPr/>
      <dgm:t>
        <a:bodyPr/>
        <a:lstStyle/>
        <a:p>
          <a:endParaRPr lang="en-US"/>
        </a:p>
      </dgm:t>
    </dgm:pt>
    <dgm:pt modelId="{029C5921-9048-274D-854A-507E7C2D964C}">
      <dgm:prSet phldrT="[Text]"/>
      <dgm:spPr/>
      <dgm:t>
        <a:bodyPr/>
        <a:lstStyle/>
        <a:p>
          <a:r>
            <a:rPr lang="en-US" dirty="0"/>
            <a:t>empty</a:t>
          </a:r>
        </a:p>
      </dgm:t>
    </dgm:pt>
    <dgm:pt modelId="{36D48F86-A442-0145-8016-587B33C9D74E}" type="parTrans" cxnId="{A855061F-237E-D242-8553-EA5BB5EAA0B4}">
      <dgm:prSet/>
      <dgm:spPr/>
      <dgm:t>
        <a:bodyPr/>
        <a:lstStyle/>
        <a:p>
          <a:endParaRPr lang="en-US"/>
        </a:p>
      </dgm:t>
    </dgm:pt>
    <dgm:pt modelId="{ACCB6BCE-C2F3-D442-A874-26649E63E297}" type="sibTrans" cxnId="{A855061F-237E-D242-8553-EA5BB5EAA0B4}">
      <dgm:prSet/>
      <dgm:spPr/>
      <dgm:t>
        <a:bodyPr/>
        <a:lstStyle/>
        <a:p>
          <a:endParaRPr lang="en-US"/>
        </a:p>
      </dgm:t>
    </dgm:pt>
    <dgm:pt modelId="{087261B7-8996-704D-8518-443FF4AEEE08}">
      <dgm:prSet phldrT="[Text]"/>
      <dgm:spPr/>
      <dgm:t>
        <a:bodyPr/>
        <a:lstStyle/>
        <a:p>
          <a:r>
            <a:rPr lang="en-US" dirty="0"/>
            <a:t>background </a:t>
          </a:r>
        </a:p>
      </dgm:t>
    </dgm:pt>
    <dgm:pt modelId="{1AF43B96-CDFA-C54E-B14B-48BCBDF51CFE}" type="parTrans" cxnId="{FD1D712B-5BCF-9149-A9A2-3D21795A6488}">
      <dgm:prSet/>
      <dgm:spPr/>
      <dgm:t>
        <a:bodyPr/>
        <a:lstStyle/>
        <a:p>
          <a:endParaRPr lang="en-US"/>
        </a:p>
      </dgm:t>
    </dgm:pt>
    <dgm:pt modelId="{9CDFA3AB-1F6C-A34C-B31C-A2C14B42B0B1}" type="sibTrans" cxnId="{FD1D712B-5BCF-9149-A9A2-3D21795A6488}">
      <dgm:prSet/>
      <dgm:spPr/>
      <dgm:t>
        <a:bodyPr/>
        <a:lstStyle/>
        <a:p>
          <a:endParaRPr lang="en-US"/>
        </a:p>
      </dgm:t>
    </dgm:pt>
    <dgm:pt modelId="{48898D38-F751-3646-B212-B9980A7A0751}">
      <dgm:prSet phldrT="[Text]"/>
      <dgm:spPr/>
      <dgm:t>
        <a:bodyPr/>
        <a:lstStyle/>
        <a:p>
          <a:endParaRPr lang="en-US" dirty="0"/>
        </a:p>
      </dgm:t>
    </dgm:pt>
    <dgm:pt modelId="{EF36368B-13C6-F042-9632-E78EE446EF68}" type="parTrans" cxnId="{818F1A15-FE20-304A-A4C4-2266784B5D62}">
      <dgm:prSet/>
      <dgm:spPr/>
      <dgm:t>
        <a:bodyPr/>
        <a:lstStyle/>
        <a:p>
          <a:endParaRPr lang="en-US"/>
        </a:p>
      </dgm:t>
    </dgm:pt>
    <dgm:pt modelId="{F5809C21-86DD-1348-B759-1ECC7A39F84A}" type="sibTrans" cxnId="{818F1A15-FE20-304A-A4C4-2266784B5D62}">
      <dgm:prSet/>
      <dgm:spPr/>
      <dgm:t>
        <a:bodyPr/>
        <a:lstStyle/>
        <a:p>
          <a:endParaRPr lang="en-US"/>
        </a:p>
      </dgm:t>
    </dgm:pt>
    <dgm:pt modelId="{AE19D805-3F37-9D43-A37E-DA459F7DCF3B}">
      <dgm:prSet phldrT="[Text]" custT="1"/>
      <dgm:spPr/>
      <dgm:t>
        <a:bodyPr/>
        <a:lstStyle/>
        <a:p>
          <a:r>
            <a:rPr lang="en-US" sz="1200" dirty="0"/>
            <a:t>Lowest Priority</a:t>
          </a:r>
        </a:p>
      </dgm:t>
    </dgm:pt>
    <dgm:pt modelId="{5636C0BE-A518-2643-AA9B-09F00569F35D}" type="parTrans" cxnId="{F8D6FD70-E8F4-7240-AB0B-A8BF11F12AE7}">
      <dgm:prSet/>
      <dgm:spPr/>
      <dgm:t>
        <a:bodyPr/>
        <a:lstStyle/>
        <a:p>
          <a:endParaRPr lang="en-US"/>
        </a:p>
      </dgm:t>
    </dgm:pt>
    <dgm:pt modelId="{D58F7D81-E5FF-474F-9A52-384DF9348A0C}" type="sibTrans" cxnId="{F8D6FD70-E8F4-7240-AB0B-A8BF11F12AE7}">
      <dgm:prSet/>
      <dgm:spPr/>
      <dgm:t>
        <a:bodyPr/>
        <a:lstStyle/>
        <a:p>
          <a:endParaRPr lang="en-US"/>
        </a:p>
      </dgm:t>
    </dgm:pt>
    <dgm:pt modelId="{FA325FBF-3FB4-0F40-A6FB-C5794713648D}" type="pres">
      <dgm:prSet presAssocID="{59791BE8-58FF-274B-A140-4D655BFF7F0E}" presName="linearFlow" presStyleCnt="0">
        <dgm:presLayoutVars>
          <dgm:dir/>
          <dgm:animLvl val="lvl"/>
          <dgm:resizeHandles val="exact"/>
        </dgm:presLayoutVars>
      </dgm:prSet>
      <dgm:spPr/>
    </dgm:pt>
    <dgm:pt modelId="{C868D631-D4E6-5C48-B5D5-DC6070140FEE}" type="pres">
      <dgm:prSet presAssocID="{A1989BFE-7A90-9348-96D9-C794C9775E09}" presName="composite" presStyleCnt="0"/>
      <dgm:spPr/>
    </dgm:pt>
    <dgm:pt modelId="{8D50F66F-F797-9A4A-8141-0195B482691E}" type="pres">
      <dgm:prSet presAssocID="{A1989BFE-7A90-9348-96D9-C794C9775E09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10A03FED-0028-0741-BA49-E2EE8C3E6C1E}" type="pres">
      <dgm:prSet presAssocID="{A1989BFE-7A90-9348-96D9-C794C9775E09}" presName="descendantText" presStyleLbl="alignAcc1" presStyleIdx="0" presStyleCnt="5">
        <dgm:presLayoutVars>
          <dgm:bulletEnabled val="1"/>
        </dgm:presLayoutVars>
      </dgm:prSet>
      <dgm:spPr/>
    </dgm:pt>
    <dgm:pt modelId="{B0515688-FEE1-7E45-B320-595BEB21BFA4}" type="pres">
      <dgm:prSet presAssocID="{54819810-2F22-3F4B-8C55-F5CDA89715CF}" presName="sp" presStyleCnt="0"/>
      <dgm:spPr/>
    </dgm:pt>
    <dgm:pt modelId="{CA9A6A44-A9AF-B544-8442-F795E0FF9754}" type="pres">
      <dgm:prSet presAssocID="{E301BB5A-E7B2-D04B-A636-0ACAE6945593}" presName="composite" presStyleCnt="0"/>
      <dgm:spPr/>
    </dgm:pt>
    <dgm:pt modelId="{CB35E657-3C46-4240-9231-7877244A82B4}" type="pres">
      <dgm:prSet presAssocID="{E301BB5A-E7B2-D04B-A636-0ACAE6945593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61BCF29-2D4B-504D-A580-1E463E51450C}" type="pres">
      <dgm:prSet presAssocID="{E301BB5A-E7B2-D04B-A636-0ACAE6945593}" presName="descendantText" presStyleLbl="alignAcc1" presStyleIdx="1" presStyleCnt="5">
        <dgm:presLayoutVars>
          <dgm:bulletEnabled val="1"/>
        </dgm:presLayoutVars>
      </dgm:prSet>
      <dgm:spPr/>
    </dgm:pt>
    <dgm:pt modelId="{7B636331-01B3-E04C-9176-34E6C9E5B74B}" type="pres">
      <dgm:prSet presAssocID="{A2B7D118-742C-0F49-90F6-0FA90A3B0363}" presName="sp" presStyleCnt="0"/>
      <dgm:spPr/>
    </dgm:pt>
    <dgm:pt modelId="{A2A236D9-5121-9E49-AA9C-72F158E2793A}" type="pres">
      <dgm:prSet presAssocID="{52AA5F6F-5CDE-BD42-9E7F-BE4A1AB1D074}" presName="composite" presStyleCnt="0"/>
      <dgm:spPr/>
    </dgm:pt>
    <dgm:pt modelId="{251468E2-A49F-E347-96D7-E412F026F637}" type="pres">
      <dgm:prSet presAssocID="{52AA5F6F-5CDE-BD42-9E7F-BE4A1AB1D074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7EA294DE-1345-204C-888F-709593AE4F41}" type="pres">
      <dgm:prSet presAssocID="{52AA5F6F-5CDE-BD42-9E7F-BE4A1AB1D074}" presName="descendantText" presStyleLbl="alignAcc1" presStyleIdx="2" presStyleCnt="5">
        <dgm:presLayoutVars>
          <dgm:bulletEnabled val="1"/>
        </dgm:presLayoutVars>
      </dgm:prSet>
      <dgm:spPr/>
    </dgm:pt>
    <dgm:pt modelId="{D26F9F06-0A9C-034D-8707-1B043B0869CB}" type="pres">
      <dgm:prSet presAssocID="{C5C2DD8D-ACEB-0C4A-9FC3-FFBEEB0A80E3}" presName="sp" presStyleCnt="0"/>
      <dgm:spPr/>
    </dgm:pt>
    <dgm:pt modelId="{27A13DAF-7BF0-F842-BAEA-DCDF82AEA66F}" type="pres">
      <dgm:prSet presAssocID="{48898D38-F751-3646-B212-B9980A7A0751}" presName="composite" presStyleCnt="0"/>
      <dgm:spPr/>
    </dgm:pt>
    <dgm:pt modelId="{34995DFF-F091-8F48-BB04-338C2342850A}" type="pres">
      <dgm:prSet presAssocID="{48898D38-F751-3646-B212-B9980A7A0751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B23D2818-920F-8E43-87C8-2605330A129D}" type="pres">
      <dgm:prSet presAssocID="{48898D38-F751-3646-B212-B9980A7A0751}" presName="descendantText" presStyleLbl="alignAcc1" presStyleIdx="3" presStyleCnt="5">
        <dgm:presLayoutVars>
          <dgm:bulletEnabled val="1"/>
        </dgm:presLayoutVars>
      </dgm:prSet>
      <dgm:spPr/>
    </dgm:pt>
    <dgm:pt modelId="{C9073E63-21DA-174A-B44C-4E6DB83AE94E}" type="pres">
      <dgm:prSet presAssocID="{F5809C21-86DD-1348-B759-1ECC7A39F84A}" presName="sp" presStyleCnt="0"/>
      <dgm:spPr/>
    </dgm:pt>
    <dgm:pt modelId="{702406F7-3B0F-4E43-938D-CE8CE395F4F1}" type="pres">
      <dgm:prSet presAssocID="{AE19D805-3F37-9D43-A37E-DA459F7DCF3B}" presName="composite" presStyleCnt="0"/>
      <dgm:spPr/>
    </dgm:pt>
    <dgm:pt modelId="{CB01552C-6F08-BB45-A3CA-D007A0D14BEE}" type="pres">
      <dgm:prSet presAssocID="{AE19D805-3F37-9D43-A37E-DA459F7DCF3B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586A6AF0-E4DC-C24B-BFC1-9D41765A02CF}" type="pres">
      <dgm:prSet presAssocID="{AE19D805-3F37-9D43-A37E-DA459F7DCF3B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818F1A15-FE20-304A-A4C4-2266784B5D62}" srcId="{59791BE8-58FF-274B-A140-4D655BFF7F0E}" destId="{48898D38-F751-3646-B212-B9980A7A0751}" srcOrd="3" destOrd="0" parTransId="{EF36368B-13C6-F042-9632-E78EE446EF68}" sibTransId="{F5809C21-86DD-1348-B759-1ECC7A39F84A}"/>
    <dgm:cxn modelId="{A855061F-237E-D242-8553-EA5BB5EAA0B4}" srcId="{AE19D805-3F37-9D43-A37E-DA459F7DCF3B}" destId="{029C5921-9048-274D-854A-507E7C2D964C}" srcOrd="0" destOrd="0" parTransId="{36D48F86-A442-0145-8016-587B33C9D74E}" sibTransId="{ACCB6BCE-C2F3-D442-A874-26649E63E297}"/>
    <dgm:cxn modelId="{FD1D712B-5BCF-9149-A9A2-3D21795A6488}" srcId="{48898D38-F751-3646-B212-B9980A7A0751}" destId="{087261B7-8996-704D-8518-443FF4AEEE08}" srcOrd="0" destOrd="0" parTransId="{1AF43B96-CDFA-C54E-B14B-48BCBDF51CFE}" sibTransId="{9CDFA3AB-1F6C-A34C-B31C-A2C14B42B0B1}"/>
    <dgm:cxn modelId="{7AB15E39-8D10-364F-8723-031B947BE2AA}" srcId="{59791BE8-58FF-274B-A140-4D655BFF7F0E}" destId="{E301BB5A-E7B2-D04B-A636-0ACAE6945593}" srcOrd="1" destOrd="0" parTransId="{B2D4056B-B140-EE4C-A562-FB24BCB56853}" sibTransId="{A2B7D118-742C-0F49-90F6-0FA90A3B0363}"/>
    <dgm:cxn modelId="{A7F6FD5D-D44F-2446-906E-3B8C2606DD5A}" type="presOf" srcId="{9F2F00EE-65A8-714C-9A92-584D00C1B198}" destId="{7EA294DE-1345-204C-888F-709593AE4F41}" srcOrd="0" destOrd="0" presId="urn:microsoft.com/office/officeart/2005/8/layout/chevron2"/>
    <dgm:cxn modelId="{704FE161-7565-0348-B04C-8A4189448AF0}" type="presOf" srcId="{52AA5F6F-5CDE-BD42-9E7F-BE4A1AB1D074}" destId="{251468E2-A49F-E347-96D7-E412F026F637}" srcOrd="0" destOrd="0" presId="urn:microsoft.com/office/officeart/2005/8/layout/chevron2"/>
    <dgm:cxn modelId="{DA6E0744-043F-D04D-8E32-93D61B751780}" srcId="{52AA5F6F-5CDE-BD42-9E7F-BE4A1AB1D074}" destId="{9F2F00EE-65A8-714C-9A92-584D00C1B198}" srcOrd="0" destOrd="0" parTransId="{6C727210-A2E1-794D-9A7C-CCAFEF2DF566}" sibTransId="{2F7C6BF9-0FCE-2240-9FD6-18E09377EFF6}"/>
    <dgm:cxn modelId="{5B3B6C65-0F31-6244-9E34-D8BE34762DEC}" srcId="{E301BB5A-E7B2-D04B-A636-0ACAE6945593}" destId="{A92EAE87-9AED-4148-8245-433FE9AE5BA6}" srcOrd="0" destOrd="0" parTransId="{5472B89B-3E2E-9C4C-AC21-4746759629FA}" sibTransId="{8A9A69E2-0382-E44E-B0FA-18334808446E}"/>
    <dgm:cxn modelId="{C5DF5F4B-CAB3-414E-A8F5-FEE2C49D71F5}" srcId="{A1989BFE-7A90-9348-96D9-C794C9775E09}" destId="{5B170912-FEA1-A743-AE2C-106B89510096}" srcOrd="0" destOrd="0" parTransId="{5B9C37AF-48CD-1146-B33D-0EA4F0758C18}" sibTransId="{68836CDA-CDFC-C545-ACA0-B1D43A9F638C}"/>
    <dgm:cxn modelId="{F8D6FD70-E8F4-7240-AB0B-A8BF11F12AE7}" srcId="{59791BE8-58FF-274B-A140-4D655BFF7F0E}" destId="{AE19D805-3F37-9D43-A37E-DA459F7DCF3B}" srcOrd="4" destOrd="0" parTransId="{5636C0BE-A518-2643-AA9B-09F00569F35D}" sibTransId="{D58F7D81-E5FF-474F-9A52-384DF9348A0C}"/>
    <dgm:cxn modelId="{B2BF2457-2C62-8B48-8544-F07EBF7125AC}" type="presOf" srcId="{A1989BFE-7A90-9348-96D9-C794C9775E09}" destId="{8D50F66F-F797-9A4A-8141-0195B482691E}" srcOrd="0" destOrd="0" presId="urn:microsoft.com/office/officeart/2005/8/layout/chevron2"/>
    <dgm:cxn modelId="{DF55DD81-A15E-5744-93BA-49C7D8BA27A1}" srcId="{59791BE8-58FF-274B-A140-4D655BFF7F0E}" destId="{A1989BFE-7A90-9348-96D9-C794C9775E09}" srcOrd="0" destOrd="0" parTransId="{C00A5AC7-F42C-3244-B3DC-C70C708AE822}" sibTransId="{54819810-2F22-3F4B-8C55-F5CDA89715CF}"/>
    <dgm:cxn modelId="{96914E8A-0895-1048-83CB-AAFEE1B515E0}" type="presOf" srcId="{AE19D805-3F37-9D43-A37E-DA459F7DCF3B}" destId="{CB01552C-6F08-BB45-A3CA-D007A0D14BEE}" srcOrd="0" destOrd="0" presId="urn:microsoft.com/office/officeart/2005/8/layout/chevron2"/>
    <dgm:cxn modelId="{60A0648E-B1DF-B046-9C31-14128FE1F207}" type="presOf" srcId="{E301BB5A-E7B2-D04B-A636-0ACAE6945593}" destId="{CB35E657-3C46-4240-9231-7877244A82B4}" srcOrd="0" destOrd="0" presId="urn:microsoft.com/office/officeart/2005/8/layout/chevron2"/>
    <dgm:cxn modelId="{87D74F99-B9C8-3845-B213-EF8113C3FF07}" type="presOf" srcId="{48898D38-F751-3646-B212-B9980A7A0751}" destId="{34995DFF-F091-8F48-BB04-338C2342850A}" srcOrd="0" destOrd="0" presId="urn:microsoft.com/office/officeart/2005/8/layout/chevron2"/>
    <dgm:cxn modelId="{297085B5-D16D-1942-B92F-C635870D6AE2}" type="presOf" srcId="{59791BE8-58FF-274B-A140-4D655BFF7F0E}" destId="{FA325FBF-3FB4-0F40-A6FB-C5794713648D}" srcOrd="0" destOrd="0" presId="urn:microsoft.com/office/officeart/2005/8/layout/chevron2"/>
    <dgm:cxn modelId="{8AC8C0BA-41B4-024E-856D-331F65CAB21A}" type="presOf" srcId="{087261B7-8996-704D-8518-443FF4AEEE08}" destId="{B23D2818-920F-8E43-87C8-2605330A129D}" srcOrd="0" destOrd="0" presId="urn:microsoft.com/office/officeart/2005/8/layout/chevron2"/>
    <dgm:cxn modelId="{9B24CABD-271A-B444-AEF5-13448292219A}" type="presOf" srcId="{029C5921-9048-274D-854A-507E7C2D964C}" destId="{586A6AF0-E4DC-C24B-BFC1-9D41765A02CF}" srcOrd="0" destOrd="0" presId="urn:microsoft.com/office/officeart/2005/8/layout/chevron2"/>
    <dgm:cxn modelId="{E47A1FCE-FCF1-1A48-82D0-C30DD2A0C547}" type="presOf" srcId="{A92EAE87-9AED-4148-8245-433FE9AE5BA6}" destId="{061BCF29-2D4B-504D-A580-1E463E51450C}" srcOrd="0" destOrd="0" presId="urn:microsoft.com/office/officeart/2005/8/layout/chevron2"/>
    <dgm:cxn modelId="{4B1AFCE4-E385-0D46-A0D3-98C349F569B0}" type="presOf" srcId="{5B170912-FEA1-A743-AE2C-106B89510096}" destId="{10A03FED-0028-0741-BA49-E2EE8C3E6C1E}" srcOrd="0" destOrd="0" presId="urn:microsoft.com/office/officeart/2005/8/layout/chevron2"/>
    <dgm:cxn modelId="{7ACEABFF-9E06-3B4C-957C-969417D756CD}" srcId="{59791BE8-58FF-274B-A140-4D655BFF7F0E}" destId="{52AA5F6F-5CDE-BD42-9E7F-BE4A1AB1D074}" srcOrd="2" destOrd="0" parTransId="{B3F36C20-E18F-7C47-9C8A-7817FEC12038}" sibTransId="{C5C2DD8D-ACEB-0C4A-9FC3-FFBEEB0A80E3}"/>
    <dgm:cxn modelId="{FCAE011E-353D-3046-9D57-59B385B7022F}" type="presParOf" srcId="{FA325FBF-3FB4-0F40-A6FB-C5794713648D}" destId="{C868D631-D4E6-5C48-B5D5-DC6070140FEE}" srcOrd="0" destOrd="0" presId="urn:microsoft.com/office/officeart/2005/8/layout/chevron2"/>
    <dgm:cxn modelId="{3B973EFB-FFBB-C84C-81E2-979CEAB6AC4C}" type="presParOf" srcId="{C868D631-D4E6-5C48-B5D5-DC6070140FEE}" destId="{8D50F66F-F797-9A4A-8141-0195B482691E}" srcOrd="0" destOrd="0" presId="urn:microsoft.com/office/officeart/2005/8/layout/chevron2"/>
    <dgm:cxn modelId="{C07D3283-3063-1740-A032-E4780D8B7935}" type="presParOf" srcId="{C868D631-D4E6-5C48-B5D5-DC6070140FEE}" destId="{10A03FED-0028-0741-BA49-E2EE8C3E6C1E}" srcOrd="1" destOrd="0" presId="urn:microsoft.com/office/officeart/2005/8/layout/chevron2"/>
    <dgm:cxn modelId="{3C22DE79-BACF-E940-A343-64588F5C0FAF}" type="presParOf" srcId="{FA325FBF-3FB4-0F40-A6FB-C5794713648D}" destId="{B0515688-FEE1-7E45-B320-595BEB21BFA4}" srcOrd="1" destOrd="0" presId="urn:microsoft.com/office/officeart/2005/8/layout/chevron2"/>
    <dgm:cxn modelId="{BF7068B4-4B7D-D149-A62B-B381CBF0F4DA}" type="presParOf" srcId="{FA325FBF-3FB4-0F40-A6FB-C5794713648D}" destId="{CA9A6A44-A9AF-B544-8442-F795E0FF9754}" srcOrd="2" destOrd="0" presId="urn:microsoft.com/office/officeart/2005/8/layout/chevron2"/>
    <dgm:cxn modelId="{6C552C81-9D07-4947-BCDA-80A5940EB25B}" type="presParOf" srcId="{CA9A6A44-A9AF-B544-8442-F795E0FF9754}" destId="{CB35E657-3C46-4240-9231-7877244A82B4}" srcOrd="0" destOrd="0" presId="urn:microsoft.com/office/officeart/2005/8/layout/chevron2"/>
    <dgm:cxn modelId="{6C6E7067-7F06-584F-BB05-C06D98751DAD}" type="presParOf" srcId="{CA9A6A44-A9AF-B544-8442-F795E0FF9754}" destId="{061BCF29-2D4B-504D-A580-1E463E51450C}" srcOrd="1" destOrd="0" presId="urn:microsoft.com/office/officeart/2005/8/layout/chevron2"/>
    <dgm:cxn modelId="{96B2A55E-D5DD-0749-AC74-F33A83D2198B}" type="presParOf" srcId="{FA325FBF-3FB4-0F40-A6FB-C5794713648D}" destId="{7B636331-01B3-E04C-9176-34E6C9E5B74B}" srcOrd="3" destOrd="0" presId="urn:microsoft.com/office/officeart/2005/8/layout/chevron2"/>
    <dgm:cxn modelId="{B81FF94C-1C66-224C-9DC7-06DF072C2F60}" type="presParOf" srcId="{FA325FBF-3FB4-0F40-A6FB-C5794713648D}" destId="{A2A236D9-5121-9E49-AA9C-72F158E2793A}" srcOrd="4" destOrd="0" presId="urn:microsoft.com/office/officeart/2005/8/layout/chevron2"/>
    <dgm:cxn modelId="{5C9A0B13-5934-6849-B105-2B1A61B0DEAA}" type="presParOf" srcId="{A2A236D9-5121-9E49-AA9C-72F158E2793A}" destId="{251468E2-A49F-E347-96D7-E412F026F637}" srcOrd="0" destOrd="0" presId="urn:microsoft.com/office/officeart/2005/8/layout/chevron2"/>
    <dgm:cxn modelId="{B75E6940-293B-A046-975A-E74A781C4313}" type="presParOf" srcId="{A2A236D9-5121-9E49-AA9C-72F158E2793A}" destId="{7EA294DE-1345-204C-888F-709593AE4F41}" srcOrd="1" destOrd="0" presId="urn:microsoft.com/office/officeart/2005/8/layout/chevron2"/>
    <dgm:cxn modelId="{DCC0B463-276F-8343-9AFB-22DD22F3FB6E}" type="presParOf" srcId="{FA325FBF-3FB4-0F40-A6FB-C5794713648D}" destId="{D26F9F06-0A9C-034D-8707-1B043B0869CB}" srcOrd="5" destOrd="0" presId="urn:microsoft.com/office/officeart/2005/8/layout/chevron2"/>
    <dgm:cxn modelId="{EEA7B7F2-48F5-C54A-B306-CDC0C2504BA5}" type="presParOf" srcId="{FA325FBF-3FB4-0F40-A6FB-C5794713648D}" destId="{27A13DAF-7BF0-F842-BAEA-DCDF82AEA66F}" srcOrd="6" destOrd="0" presId="urn:microsoft.com/office/officeart/2005/8/layout/chevron2"/>
    <dgm:cxn modelId="{E9447A08-B5E6-5A45-AD13-EAD0722B2025}" type="presParOf" srcId="{27A13DAF-7BF0-F842-BAEA-DCDF82AEA66F}" destId="{34995DFF-F091-8F48-BB04-338C2342850A}" srcOrd="0" destOrd="0" presId="urn:microsoft.com/office/officeart/2005/8/layout/chevron2"/>
    <dgm:cxn modelId="{ECC65EEA-9E33-5344-BB8F-D7706E1CC1CC}" type="presParOf" srcId="{27A13DAF-7BF0-F842-BAEA-DCDF82AEA66F}" destId="{B23D2818-920F-8E43-87C8-2605330A129D}" srcOrd="1" destOrd="0" presId="urn:microsoft.com/office/officeart/2005/8/layout/chevron2"/>
    <dgm:cxn modelId="{68362DB0-F740-8A4D-A5D9-EDA08C589479}" type="presParOf" srcId="{FA325FBF-3FB4-0F40-A6FB-C5794713648D}" destId="{C9073E63-21DA-174A-B44C-4E6DB83AE94E}" srcOrd="7" destOrd="0" presId="urn:microsoft.com/office/officeart/2005/8/layout/chevron2"/>
    <dgm:cxn modelId="{C9ECC839-B1E2-D441-93FD-BEF0AC18FB32}" type="presParOf" srcId="{FA325FBF-3FB4-0F40-A6FB-C5794713648D}" destId="{702406F7-3B0F-4E43-938D-CE8CE395F4F1}" srcOrd="8" destOrd="0" presId="urn:microsoft.com/office/officeart/2005/8/layout/chevron2"/>
    <dgm:cxn modelId="{0FBBB3F6-BD66-044E-98AE-7B43BA3E03FD}" type="presParOf" srcId="{702406F7-3B0F-4E43-938D-CE8CE395F4F1}" destId="{CB01552C-6F08-BB45-A3CA-D007A0D14BEE}" srcOrd="0" destOrd="0" presId="urn:microsoft.com/office/officeart/2005/8/layout/chevron2"/>
    <dgm:cxn modelId="{0C4F667C-67C6-6641-B63E-A50BE5FA3A2B}" type="presParOf" srcId="{702406F7-3B0F-4E43-938D-CE8CE395F4F1}" destId="{586A6AF0-E4DC-C24B-BFC1-9D41765A02C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0F66F-F797-9A4A-8141-0195B482691E}">
      <dsp:nvSpPr>
        <dsp:cNvPr id="0" name=""/>
        <dsp:cNvSpPr/>
      </dsp:nvSpPr>
      <dsp:spPr>
        <a:xfrm rot="5400000">
          <a:off x="-114979" y="117491"/>
          <a:ext cx="766528" cy="5365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Highest priority</a:t>
          </a:r>
        </a:p>
      </dsp:txBody>
      <dsp:txXfrm rot="-5400000">
        <a:off x="0" y="270797"/>
        <a:ext cx="536570" cy="229958"/>
      </dsp:txXfrm>
    </dsp:sp>
    <dsp:sp modelId="{10A03FED-0028-0741-BA49-E2EE8C3E6C1E}">
      <dsp:nvSpPr>
        <dsp:cNvPr id="0" name=""/>
        <dsp:cNvSpPr/>
      </dsp:nvSpPr>
      <dsp:spPr>
        <a:xfrm rot="5400000">
          <a:off x="2154637" y="-1615555"/>
          <a:ext cx="498505" cy="3734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Foreground</a:t>
          </a:r>
        </a:p>
      </dsp:txBody>
      <dsp:txXfrm rot="-5400000">
        <a:off x="536570" y="26847"/>
        <a:ext cx="3710305" cy="449835"/>
      </dsp:txXfrm>
    </dsp:sp>
    <dsp:sp modelId="{CB35E657-3C46-4240-9231-7877244A82B4}">
      <dsp:nvSpPr>
        <dsp:cNvPr id="0" name=""/>
        <dsp:cNvSpPr/>
      </dsp:nvSpPr>
      <dsp:spPr>
        <a:xfrm rot="5400000">
          <a:off x="-114979" y="761336"/>
          <a:ext cx="766528" cy="5365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</a:t>
          </a:r>
        </a:p>
      </dsp:txBody>
      <dsp:txXfrm rot="-5400000">
        <a:off x="0" y="914642"/>
        <a:ext cx="536570" cy="229958"/>
      </dsp:txXfrm>
    </dsp:sp>
    <dsp:sp modelId="{061BCF29-2D4B-504D-A580-1E463E51450C}">
      <dsp:nvSpPr>
        <dsp:cNvPr id="0" name=""/>
        <dsp:cNvSpPr/>
      </dsp:nvSpPr>
      <dsp:spPr>
        <a:xfrm rot="5400000">
          <a:off x="2154768" y="-971841"/>
          <a:ext cx="498243" cy="3734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Visible</a:t>
          </a:r>
        </a:p>
      </dsp:txBody>
      <dsp:txXfrm rot="-5400000">
        <a:off x="536570" y="670679"/>
        <a:ext cx="3710318" cy="449599"/>
      </dsp:txXfrm>
    </dsp:sp>
    <dsp:sp modelId="{251468E2-A49F-E347-96D7-E412F026F637}">
      <dsp:nvSpPr>
        <dsp:cNvPr id="0" name=""/>
        <dsp:cNvSpPr/>
      </dsp:nvSpPr>
      <dsp:spPr>
        <a:xfrm rot="5400000">
          <a:off x="-114979" y="1405181"/>
          <a:ext cx="766528" cy="5365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</a:t>
          </a:r>
        </a:p>
      </dsp:txBody>
      <dsp:txXfrm rot="-5400000">
        <a:off x="0" y="1558487"/>
        <a:ext cx="536570" cy="229958"/>
      </dsp:txXfrm>
    </dsp:sp>
    <dsp:sp modelId="{7EA294DE-1345-204C-888F-709593AE4F41}">
      <dsp:nvSpPr>
        <dsp:cNvPr id="0" name=""/>
        <dsp:cNvSpPr/>
      </dsp:nvSpPr>
      <dsp:spPr>
        <a:xfrm rot="5400000">
          <a:off x="2154768" y="-327995"/>
          <a:ext cx="498243" cy="3734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Service</a:t>
          </a:r>
        </a:p>
      </dsp:txBody>
      <dsp:txXfrm rot="-5400000">
        <a:off x="536570" y="1314525"/>
        <a:ext cx="3710318" cy="449599"/>
      </dsp:txXfrm>
    </dsp:sp>
    <dsp:sp modelId="{34995DFF-F091-8F48-BB04-338C2342850A}">
      <dsp:nvSpPr>
        <dsp:cNvPr id="0" name=""/>
        <dsp:cNvSpPr/>
      </dsp:nvSpPr>
      <dsp:spPr>
        <a:xfrm rot="5400000">
          <a:off x="-114979" y="2049027"/>
          <a:ext cx="766528" cy="5365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 rot="-5400000">
        <a:off x="0" y="2202333"/>
        <a:ext cx="536570" cy="229958"/>
      </dsp:txXfrm>
    </dsp:sp>
    <dsp:sp modelId="{B23D2818-920F-8E43-87C8-2605330A129D}">
      <dsp:nvSpPr>
        <dsp:cNvPr id="0" name=""/>
        <dsp:cNvSpPr/>
      </dsp:nvSpPr>
      <dsp:spPr>
        <a:xfrm rot="5400000">
          <a:off x="2154768" y="315849"/>
          <a:ext cx="498243" cy="3734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background </a:t>
          </a:r>
        </a:p>
      </dsp:txBody>
      <dsp:txXfrm rot="-5400000">
        <a:off x="536570" y="1958369"/>
        <a:ext cx="3710318" cy="449599"/>
      </dsp:txXfrm>
    </dsp:sp>
    <dsp:sp modelId="{CB01552C-6F08-BB45-A3CA-D007A0D14BEE}">
      <dsp:nvSpPr>
        <dsp:cNvPr id="0" name=""/>
        <dsp:cNvSpPr/>
      </dsp:nvSpPr>
      <dsp:spPr>
        <a:xfrm rot="5400000">
          <a:off x="-114979" y="2692872"/>
          <a:ext cx="766528" cy="53657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Lowest Priority</a:t>
          </a:r>
        </a:p>
      </dsp:txBody>
      <dsp:txXfrm rot="-5400000">
        <a:off x="0" y="2846178"/>
        <a:ext cx="536570" cy="229958"/>
      </dsp:txXfrm>
    </dsp:sp>
    <dsp:sp modelId="{586A6AF0-E4DC-C24B-BFC1-9D41765A02CF}">
      <dsp:nvSpPr>
        <dsp:cNvPr id="0" name=""/>
        <dsp:cNvSpPr/>
      </dsp:nvSpPr>
      <dsp:spPr>
        <a:xfrm rot="5400000">
          <a:off x="2154768" y="959694"/>
          <a:ext cx="498243" cy="3734640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7145" rIns="17145" bIns="1714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empty</a:t>
          </a:r>
        </a:p>
      </dsp:txBody>
      <dsp:txXfrm rot="-5400000">
        <a:off x="536570" y="2602214"/>
        <a:ext cx="3710318" cy="449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2.8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73 1 6484,'2'21'1142,"-1"-4"-996,-1-17 767,0 0-712,-3 0 2,-2 0 21,0 0-62,-1 0 57,1-2 55,1 1-78,-4-2-28,4 3-6,-1-2-16,1 2 16,0 0 34,1 0-44,-1 0 262,0 0-235,0 0-78,2 0-51,-1 0-50,2 0-464,0 0 408,2 13 50,12 7-28,6 20 29,15 7-1,6 13 12,7 8-12,3 11-28,-23-36 1,0 0-76,0 2 0,0 1 5,-2-1 0,-1 0-30,0 1 0,-1-2-303,17 38-62,-3-4 7,-7-10 26,-2-6-284,-2-9 111,-1-10-352,1-9 991,-3-10 0,-9-12 0,-6-5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3.5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1 437 6826,'13'-2'330,"-2"0"-162,-11 2 174,0 0-124,13-72-39,-4 38-11,14-59-17,-8 52-67,7 1-78,3-2 0,3 7-6,4 4 5,2 11-5,2 5 0,2 9 6,1 3-6,0 3 5,4 0-5,-1 0-50,1 3-73,-3 8-23,-4 8-22,-4 11-84,2 28 247,-11-6-21,-6-4 1,-4 2-193,-2 16 50,0 18 45,-10-26-101,-1 2-431,0-8 655,0-2 0,0-24 0,0-9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4.1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0 514 7335,'5'0'1266,"-2"1"-375,-3-1-841,0 2-173,0 0 95,0 5 28,5 3 0,5 8 0,7 3 0,4 7 0,2 1-5,-2-2 5,1-2-6,-1-4-84,0 0-5,-1-6 62,-3-2-35,-4-4 40,-2-3 28,-5 0 101,-2-4 134,-2-1 79,-2-1-303,-4-8-5,-5-7-1,-6-15 1,-5-10-6,2-11-6,1-7 1,5-8 5,3-7-11,5-1-12,3 23 1,1 1-40,1-19-279,8-10-248,5 42-554,10 7-525,-1 9 1668,2 6 0,-13 7 0,-4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4.7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5 270 7738,'6'13'1227,"-2"-3"-1227,-4-10-168,0 0 168,0 12 56,-3-1-11,0 15-40,0-3 1,1 5-6,2 2 0,0 0-11,3 4-34,7-4 0,5 2-11,6-5-22,1-3-12,1-7-5,-4-6 95,1-5 56,-4-5 22,9-7-27,-5-9-12,20-30 0,-13 1 0,9-19-33,-11 16 39,-3 2-40,-3 2 46,-7 3-46,-5 1 51,-5 3-5,-2-1 61,-7-9-100,-5 11 27,-10-3 22,-7 16-27,-3 6-34,-4 5 0,2 6-162,-3 3-164,1 2-116,0 3-382,2 8 522,6 8 45,7 13-348,6 1 605,10 4 0,1-18 0,4-4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5.1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8 8349,'-12'-4'1843,"3"1"-1692,9 3-84,0 0-78,-6 0-45,4 0-39,-5 6 95,7 6 0,10 12 6,6 10-1,14 9-5,6 12 6,9 7-1,2 11 15,4 3 0,1 3-127,-19-28 1,-1 0-34,19 27 0,-2-2-308,-2-3-1008,-6-9 1002,-5-7-296,-3-2-472,-6-8 1222,-6-3 0,-10-22 0,-6-7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5.5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 53 9363,'-15'-19'1395,"3"4"-1379,12 15-850,0 0-208,-12-8 112,9 6 281,-7-7-936,19 14 1585,5 2 0,-3-1 0,-1-1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6.1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12 335 7867,'2'13'1311,"-1"-3"-1243,-1-10-141,0 0 17,4 0-17,-3 0-6,4 0 79,-2 3 0,5 0 39,1 5-39,4-1 6,1 2 0,1-2-6,0-3 0,0 0 6,-2-4-1,2 0 34,-2 0 68,9-17-102,-7 0 63,6-20-24,-9-1 1,-1-20-6,-5 12-33,-3-10-6,-3 24-45,-6 2-117,-6 7-41,-9 2 24,-2 8-73,-13 4 207,11 5 12,-9 3 33,11 6-45,4 4 45,0 8 0,6 8-39,3 6 33,5 11-5,3 9 11,2 9-6,5 2 6,5 1-5,9-9-57,2-8 57,7-14-1,0-12 6,7-11 95,29-17-95,-10-13-347,4-19 0,0-7 347,11-21 0,-30 28 0,-4 2 0,-9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6.5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59 0 7503,'5'6'1462,"-1"-1"-1389,-4-5-73,0 0-45,-20 17 39,11-2-44,-15 22 39,18-3 11,1 9-62,3 3 23,0 6 33,2 3 1,10 3-214,18 29 23,3-27-578,15 12 667,-10-42-171,3-15 278,2-8 89,6-29-27,4-12-546,7-30 344,-23 20 0,1-2-1642,-1-1 0,-1 0 1782,4-8 0,-4 3 0,4-3 0,-13 13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146 53 7341,'3'21'1697,"-1"-5"-1221,-2-16 1120,0 0-1355,-65-40-78,47 30-163,-48-30-40,65 40-245,1 0 246,0 7 39,11 15-6,9 16 6,18 26 0,9 13-438,-20-30 0,0 2 438,3 2 0,1 2-98,0 3 0,2 1-12,-1 0 1,2 1-28,0-1 0,1-1-79,0-2 1,0-1-15,-1-4 0,1-3-36,0-6 0,0-3-429,33 24-1029,-9-17 1724,-12-14 0,-22-15 0,-14-8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7.2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1 526 8903,'1'21'852,"0"-4"-723,-1-17-56,0 0-73,65-112-6,-24 52-347,13-21 1,4-1-590,-24 42 1,0 4 825,7-7 0,-2 4 0,3-2 0,-10 11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8.8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88 761 8069,'-13'-22'1608,"2"5"-1138,11 17 191,0 0-487,-27-20-113,19 15-61,-19-15-95,25 20-101,2 0 118,0 3 27,12 11 18,8 10 33,17 13-6,10 7 6,6 5 0,2 0 6,-4-2-1,-6-4-5,-7-7-39,-8-6-118,-6-7-95,-5-6 6,-2-8 179,-2-3 67,-2-5 56,2-2 5,-4-15-27,4-11 5,-2-18-28,4-37 28,-5 19-27,1-34-12,-9 49 5,1-2 141,-5 28-146,4 5-56,-4 6-34,3 3-16,0 3 106,4-1 5,2-1-5,8-4 6,4-5 50,35-31-17,-17 14-33,22-26 27,-27 25-27,-7 0-6,-5 4 39,-5 2-5,-6 2 22,-3-2 0,-5-2 0,-1-2-6,-2-2 45,-5-13-95,-8 14 6,-8-6-6,-8 22 39,-2 6-39,2 4-50,1 3-213,9 2-353,4 0-208,9 2 824,3 0 0,3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9.1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23 8976,'9'0'2386,"-1"1"-1932,-8-1-107,0 0-347,-5-11-5,4 9-287,-4-8-72,10 17 359,8 4-169,6 12-229,11 5-112,-1 3-280,9 4-433,-4-4 1228,1-1 0,-17-14 0,-6-6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9.4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42 35 9806,'-19'-17'957,"4"3"-957,15 14-1624,0 0 890,-7 0-106,17-2 840,-2 2 0,6-2 0,-2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29.9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1 551 9061,'14'18'196,"-3"-3"-275,-11-15-55,0 0 66,10 26 62,-6-17-38,8 18 44,-8-24 39,1-1 6,1 4-33,0 0-12,1 0 0,-3 1-52,2-3 52,-4 0 6,1-3 101,-2-1 56,0 0 100,1 0 314,0-1-174,2-13-297,8-38-72,-1-6-34,9-33 5,-1 12-8,-4 25 1,1 1-32,9-25 29,9-12-107,-10 45-28,6 13 44,2 10-49,9 12 55,5 5 90,10 5 28,3 8-17,5 3-11,-1 9-509,18 15 234,-24-6-224,4 11-397,-29-17-649,-6-6 1545,-2-10 0,-12-5 0,-4-2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30.8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7 259 10298,'7'22'992,"-1"-5"-802,-6-17-364,0 0 12,-10-23 56,7 17 100,-3-11 6,20 32 11,11 12-5,16 14 44,7 6-50,8 12 6,-1 3 27,3 2-33,-3 2 0,-4-6-33,-6-2-118,-8-8 5,-5-4 40,-6-8 27,-5-4-10,-2-4-51,-4-6 5,-4-1-61,0-5 0,-6-3 23,-2-2 111,-3-3 56,0-2-94,0-1-29,-7 0-359,-23 11 325,-2-1 68,-19 8-90,9-2-447,-16 20 531,16-4 101,-10 18 5,22-11 40,5-1-45,6-6-33,10-5-23,4-9-101,5-5 157,8-12 56,7-1 397,36-25-273,-3-12-727,26-26 673,-24 2 0,-2-4-1103,-8 10 0,0-1 1030,13-18 1,-1 0 38,-15 15 1,-2 2-41,-3-1 0,0 1-19,-2 1 1,0-1-14,6-16 0,-1 0-15,-9 18 1,-1 2-1,6-12 1,-2 4-6,5-10 6,-8 13 27,-7 6 34,-6-6-27,-7 14-35,-3-10 630,-3 17-635,-15-10 2136,-2 14-2136,-15 0 23,2 16-79,0 7-56,-2 1 23,2 2-91,-2 0-78,2 8 96,2 11 72,-2 14-5,3 14 11,1 4 45,3 7 5,5-1-67,6-2-168,5-8-145,5-8-611,29-19 1025,-2-13 0,6-9 0,-12-5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31.5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38 992 7470,'12'3'2207,"-1"-1"-1866,-11-2 135,0 0-543,-27-2-106,20 2 83,-20 0 34,27 12 22,2 6-10,7 13 4,3 2 7,7 3-51,1-6-28,-1-2-23,2-7 35,-2-6 16,-1-7 84,1-5 89,2-3 18,-2-8-85,3-6-22,-3-11-22,0-5 22,-4-2 61,-2-2-44,-2-2 22,-1 2-28,-1-1-11,4-11 0,-5 14-89,10-8 10,-9 23-5,5 3 28,-4 9 51,3 3 5,0-2 0,4 2 5,1-3 68,17-8-22,-8-1-18,13-8 12,-12-1 11,4-5-45,-1-4 28,2-6 12,-1-6-46,2-9 7,2-9-363,-4-8 357,2-3 50,-8-1 50,-7 8 57,-8-9-158,-12 29 214,-17-1-175,-11 29-44,-17 8-95,-3 5-196,-5 3 0,1 2-768,-12 29 432,27-5 627,1 27 0,30-30 0,5-3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38.5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6456,'17'1'1170,"-3"-1"-873,-14 0 1692,0 0-2023,0 5 29,0 8 5,0 10-6,0 11 6,0 7 0,0 8-56,1 8-17,5 1-11,3 6-173,5-3-90,-1 0-80,2-4-222,-4-1-68,4-5-806,-3-7 1523,1-9 0,-7-17 0,-1-8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39.4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36 240 7078,'-1'-20'1114,"0"3"-761,1 17 22,0 0-476,-15-18 101,11 13 6,-11-13-1,15 18 12,0-2 22,0 0 62,2-3-27,7-3-69,8-1-5,13-6 40,13-1-35,13-4 1,12 1 5,10-2-5,1 4-1,0 4-5,-7 4-61,9 5-220,-33 2 46,-2 9 235,-35 8 16,-8 12 35,-15 10-1,-11 10-44,-15 6-6,-13 6 50,3-1-50,0 0-11,12-6-118,6 11 73,16-23-5,6 5-40,11-25 101,8-3 0,5-4 0,11 0-6,2-3 6,10 2 67,3-2 6,37 10-73,-19-5-6,-7 0 1,-1 2-135,-1 6 50,10 11 90,-36-2 0,-9 2-5,-8 7-46,-5 1-94,-8 3 83,-15 2 62,-13 2 0,-21 2 11,-12 1 1,-8-1 44,-8-4-56,2-3 5,3-10 141,7-6 229,15-13-173,7-6-292,26-19 90,5-11-17,17-16-380,18-33-303,15 3 700,6 10 0,1 4 0,2 4 0,12-6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0.0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21 180 7335,'3'15'1333,"-1"-2"-1098,-2-13 80,0 0-315,0-9-17,0 7-22,0-6 27,0 8-105,0 0 117,-3 10 0,-1 2-6,-4 14-34,3 3 35,1 5-1,2 1 0,2 3-44,0-2 0,0 0-6,3-3-23,7-2-44,10-5 117,11-5 6,13-8 79,11-5 5,13-5-23,7-5-5,8-12-5,-2-6-46,-2-15 86,-12-6 71,-10-27-67,-28 14 141,-34-40-147,-25 41-5,-26-16 107,5 28-85,4 8-72,9 6-34,12 11-796,11 7-302,8 6 516,12 3-376,13 7 958,15-1 0,-11 2 0,-1-3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0.3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17 8007,'-12'-9'751,"2"2"-796,10 7-308,0 0 347,-5 23 6,4-4 6,-1 23 11,7-8-12,0 3 40,2 3-34,1 3-11,2-1-128,4 3 128,28 35 0,-24-46 0,17 23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0.5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8903,'5'17'337,"-2"-3"-533,-3-14-1306,0 0 483,24 17 1019,-8-6 0,10 7 0,-16-11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1.0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61 113 8041,'12'13'1182,"-1"-3"-801,-11-10 61,0 0-442,-20-60-33,15 45-68,-15-45-73,20 60-16,0 0 190,0 5 6,0 9-1,0 13 34,0 16-33,0 12 5,-4 14 34,-2 12-34,-1 13-11,2-42 0,0 0-28,2 4 0,1 1-70,-1 2 0,2 0-977,0 2 0,0-1 951,1 0 1,0 0-87,1-2 0,1-1-14,2-3 0,2 0-82,2-3 1,2 1 305,7 3 0,0-4 0,2 5 0,2-4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1.7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688 86 8836,'-21'-15'2129,"5"3"-1799,16 12-330,0 0-168,-18-32 28,13 24 140,-13-10 0,18 46 0,0 25 6,0 21-6,0 15-6,0 9-42,0-48 1,0 2-9,0-1 0,2 1-101,1 44 45,3-2-33,3-11 38,1-8 12,1-11 22,1-11-145,1-2 167,-5-22 180,-1-1 0,-5-22-95,-2-2-34,0-16 33,-9-6-33,-4-16-50,-14-4-101,-5-3-163,-6 1-50,-5 4 44,-6 6 74,-4 9 122,-5 8 85,2 8 39,-3 5 0,6 13 62,3 11-51,6 16-11,7 8 0,7 7 0,7 5-67,11-1 11,6-1-90,9-7 129,20-9 17,17-12 174,48-15-107,-24-9 0,6-5-352,21-7 1,10-7 1,-26 3 0,8-4 1,0 0-1,-5-1 15,-1-1 1,-4-1-1,0 0 1,5-1 0,0-1-1,-15 2 1,-3-3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4.0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216 1 6915,'10'15'1154,"-2"-3"-869,-8-12-44,0 0-73,0-7-56,0 6-67,0-6-39,0 7 862,0 0-935,0 5 67,-8 13-11,-4 15 11,-11 19-404,-2 18 393,-3 16-26,14-36 1,0 2-62,-1 5 0,0 3-31,0 2 1,1 2-1622,1 1 0,2 0 1680,2 1 0,2 0-23,2-4 1,2 0-486,1-3 1,2-1 523,3-5 1,4-1-79,9 7 1,6-4-233,20 18-20,8-34 1,8-11-715,18-14 1098,-18-18 0,-5-3 0,-7-3 0,-11-6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5.0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17 251 7811,'-9'-14'543,"2"3"-621,7 11-124,0 0 57,108-17 10,-40 6-402,9 0 1,3-1 491,6-1 283,-8 2-244,-10 3 1,-14 1-12,-14 5-89,-13 0-158,-13 2 52,-7 0 980,-7 0-656,0 0-67,-4 5-39,0 3 5,-2 7-6,1 4 1,3 2-6,0 3-95,2 12-34,8-8 90,6 8 39,11-17 151,7-1 67,5-4-95,8-3-50,10-3-17,5-5-17,6-1 17,22-5 56,-29-5 101,12-14-213,-50 2-67,-4-10 67,-27 6 11,-11 1 51,-17-1-57,-13 5 1,-6 0 5,-3 6-5,3 2 11,3 3-12,8 4 29,9 3-34,10 1-129,14-2-123,6 2 45,9-6 207,13 2 45,11-3 11,21-2-17,8-1-34,9-1-5,-2 1 6,-1 1 0,-12 1-6,-8 4 0,-14 1-124,-6 3-60,-12 0 5,-1 0 179,-8 8 44,2 4 29,-2 11 73,2 22-146,2-9 0,5 18-45,4-12-11,8-1 22,2 2 34,6-1 6,3-6 195,31 6-111,-9-20-34,27-1 22,-17-18-36,-15-12 0,0-4 20,19-11 28,17-20-23,-44-1-11,-16-2-56,-11-3 5,-10-2 163,-24 3 68,-9 0-175,-22 4-50,-5 5-5,-1 5 22,-1 10-28,3 6 0,2 12-6,3 3-386,-12 24-145,21-1-353,4 21-57,33-9 947,24-3 0,-8-12 0,6-8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5.4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264 20 8662,'18'2'2202,"-3"-1"-1849,-15-1-331,0 0-134,-6-20 112,4 18 6,-10 2 39,4 36-45,-10 30-56,-8 24-1797,8-34 0,0 3 1598,-4 7 0,0 2-112,-1 5 1,1 3-1111,-1 0 1,2 2 972,5 8 0,3 1-596,2-7 0,2 0 1100,6 1 0,1-6 0,0 7 0,2-29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6.8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171 131 8030,'-15'-16'1238,"2"3"-829,13 13-62,0 0-151,-1-10-45,0 8-44,0-9-40,1 11 129,0 0-280,-4 0-84,2 0 95,-7 4 34,1 8 28,-5 10-1,0 11-27,-4 9 34,0 3-35,0 4-21,2 2-320,2 33 107,6-33-29,2 19 158,14-47-91,5-6 40,9-8 196,5-3 56,0-5-6,4-1-11,-2-1 62,9-11-62,-14 4 24,-2-8-63,-16 10-74,-5 2-200,-2 3 44,0 1 230,0 4-134,0 4-12,3 7 146,6-1 0,8 3 146,7-6-40,5 0 6,3-3-50,6-4 38,2-3 18,3-1 56,0 0 118,16-21-236,-18 2 72,8-19-21,-26 4 44,-5-19-151,-10 8-50,-3-19 50,-18 15 179,-7-5-67,-16-1-28,-4 0-23,0 4-27,4 10-34,8 9-728,9 13-1003,10 10 572,7 6 1159,15 3 0,-9 0 0,8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7.1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 19 8226,'-4'-10'1434,"0"1"-1356,4 9-666,0 0 521,-9 17 67,7 5 6,-6 18 55,8 3-16,0 2-45,0 4-202,-3 0-140,0 0-78,-1-4-386,3-2 806,1-6 0,0-16 0,0-7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7.3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61 35 9251,'-27'-16'353,"4"3"-851,23 13 150,-8-5 135,6 7-302,14 12-594,11 11 1109,18 12 0,-18-16 0,-6-6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7.8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88 164 8534,'-7'-17'-672,"-1"53"716,8-10 12,-2 40 12,-1-37-35,-4-3 12,-4-2-34,-3-4 28,2-4 57,-1-1 234,7-8 124,1-1 157,5-6-270,0 0-374,0-3-23,0-10 56,0-5 117,5-11-61,6-5-50,10-4 0,9-7-1,8 0 1,4-1-6,3 1-39,0 9 27,0 6-44,-3 10-16,-1 10-91,-7 5-44,-2 5-140,-8 13 347,5 31 61,-7 4-61,7 25-100,0-14 100,6 3-264,10 5-684,3-2 948,-1-4 0,-21-28 0,-9-13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8.4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904 33 9016,'6'-6'1557,"-1"1"-1389,-5 5-493,0 0 319,0-21 6,0 34 0,-2-4 12,0 46-7,-2 15 6,0 7-5,1 6 28,-1 2-29,2-2 1,0-6-6,2-7-6,-1-8-5,0-12-67,-2-6-34,1-12 61,-2-8 46,0-7 5,0-8 84,2-3 190,-4-5-263,-1-1-11,-9-6 0,-3-6 0,-9-9-39,-8-2-34,-7-1-128,-11 3-191,-42 4 302,14 7 31,9 7 0,-1 5 26,-15 10 7,33-4 1,3 4-53,-7 16-124,18 4-50,17 0 100,14 0 18,12 0 134,21 0 84,13-2-84,24 0-62,15-2-33,16-3 14,-32-13 0,1-2-686,0 0 0,0-2 637,7-3 0,-6-1 0,7 1 1,-20-5-1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9.0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396 66 8528,'4'12'1087,"-1"-3"-779,-3-9 263,0 0-375,0-12-84,-1 8-106,-3-12-6,-4 12 6,0-1-6,-2 3-6,-2 0 6,-3 2 0,-5 0-6,-5 0-5,-7 3-6,-20 20-27,10 1 32,-14 18-60,21-6 21,4 3-55,8-1-29,6 1-21,9-3 60,5-2-44,3-4 191,22 0-18,-2-12 29,22-3 28,-2-12-18,5-3-16,4-12-5,4-4-18,-4-14 119,8-16-85,-25 9-67,-2-10-56,-25 13 129,-20-18-34,-7 12-39,-18-13-45,-5 21-151,-1 6-314,-2 8-184,2 9-124,-1 9-498,7 13 1316,8 5 0,15-4 0,9-2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1:49.6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171 286 8769,'-40'-17'1765,"7"4"-1609,33 13-391,0 0 162,-18-17 68,10 23 5,-18-7-45,16 31 39,-3 5-78,4 6-84,1-1 0,4 1-123,3-3 134,6-5 152,8-4 10,6-5 124,9-7-78,-1-4 44,1-5 50,-2-5-33,1-1-39,1-2 34,13-17-68,-9 2 0,8-17-5,-18 6-18,-4 0 18,-5 3 22,-4 2-56,-3 8-67,-3 4-168,-1 5-118,-2 2 140,0 2 213,3 0 0,5 3 0,5 5 0,6 4-6,5 4 107,25 6 0,-5-3 5,23-1-22,-9-9-28,7-5-11,2-2 62,1-2 72,-5-5 336,8-20-297,-27 1-134,-3-19-78,-30 7 140,-31-27-74,-13 10-4,-27-18-68,-6 19-112,-2 4-314,4 7-117,12 12-880,17 11 1423,18 9 0,10 5 0,7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0.8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2025 414 6663,'20'2'840,"-4"0"-661,-16-2 73,0 0-44,0-7-102,0 4 96,0-8 89,0 6-84,0-3-66,0 2-68,0 1 5,0 1 23,0 2 28,0-1-68,0 2 40,0-2 73,0-1-29,0 0 18,0-3-7,0-1-116,0 2-7,0-3 12,0 5 28,-2-3-68,1 4-5,-2-2 12,1 3-7,-2-1 1,-1-1 44,1 0-5,-2 0-34,2 1-11,1-3 6,-3 2-6,2-1 0,-1 1 0,1 0 5,-2 0-5,1 0 0,-5-1 6,1 1-6,-4-3 6,1 1 5,-6-3-11,6 2-34,-10-1-44,8 2 5,-4 0 34,3 1 33,-2-1 6,-2 2 39,-3-1-39,-3 2 0,-3 0 0,1 1 0,-4 0-95,2 0-11,-4 2 106,-3 0 22,-2 0-16,-5 0-12,0 0-61,-2 0-73,-17 0 146,16 0-12,-23 2 6,33 0 6,-5 2 33,18-2-39,6 1 0,6-2 0,4 0-6,3-1-5,2 0 5,0 2-100,0-2-40,0 4-61,-3-2 106,-3 3 23,-3 1 5,-2 2 62,-4 1 11,0 0 0,-14 8-6,6-5-38,-9 5 21,6-5 40,-9 5-17,10-4 6,-5 1-1,13-7-5,2 1 0,-2-2 0,2 1 45,-2-3-45,0 1-6,1-1 12,-8 2 5,7-2-5,-14 3 39,15-3-45,-7 2 0,10-3 56,0 1 0,0 0-51,2 0-5,-2 1 51,2-1-51,-4 2 44,2-3-38,-2 1 56,2 0 44,2-2-100,-2 1 27,3-1-33,-9 6-39,4-4 33,-7 5 6,7-5-5,-4 5 55,8-6 6,-3 4 0,10-7-17,-1 3-39,1-1-33,-2 2 27,1 0-33,-1 0 5,3 1 34,-1-1 0,1 3 6,-1-1-6,-3 3 0,1 1 0,-3 0-6,3 1 6,-1-2 6,-2 7-6,2-5-6,-1 5 6,2-6-100,1 6 94,1-3-28,0 3 34,4-5 6,-1 2 28,1 0 5,-2 4-34,0-1-5,1 2 12,-3 1 21,0 8-38,2-6-51,1 4 50,3-10 6,-2 0 0,2 2 11,-4 2-5,2 2 5,-3 5-5,1-1-1,-3 1-5,2-3-117,0 0 21,3-5 63,0 1 27,2-3-33,0-2 33,0 4-5,10 8 11,1-4-5,10 6 5,1-6 0,17 7 5,-3-6 40,15 6-34,-11-10-5,1-2 5,-1-2-5,-3-2 33,-3-2-34,-4 0-5,0 1 0,-4 1 6,2 0 28,-1 2-34,-3 2-6,1 0 6,-3 0 6,1 0-6,-1-4 0,13 2 0,-7-7 5,14 1 12,-6-5 0,24 3-12,-12-3-5,12 5 6,-17-5 5,-5 2-5,1-4-6,0 1 5,-2-2 1,1 0 0,-3-1 10,17 0-10,-12 0-6,12 0 6,-14 0-6,1 0 5,-1 0 1,3 0-1,0 0-5,1 0 0,3 0 6,-3 0 0,2 0 5,22 0-11,-11 0 5,18-1 7,-15-3-12,-1-4 5,3 0-5,-5-2 6,3 2-1,18-8-5,-14 3 3,-11 1 0,1-1 3,11-4-6,20-6 5,-26 8-5,1-4 6,-2 4-6,-1-4 11,1 4-5,-3-4-6,1 2 5,-1-1 6,1-3-5,-1 0 0,2-1-6,-6-3 5,-2 1 1,-6-3-1,-3 1 1,-5 0 0,-2-1 10,3-11 46,-13 9-6,6-17-17,-20 17-28,1-5 23,-8 6-28,2-1-6,-2-1 5,0-1-5,0-2 6,-2-20 5,-2 10-5,-3-15-6,-4 17 11,-3 0-6,-2-1 46,-1 4-12,-11-12-33,6 16-1,-7-9 6,8 16 29,-3 1 49,3 2 85,-15-11-73,7 10-96,-10-6-5,9 11-61,-3 3 61,-1-2 39,-4 4-34,-1-2 1,-19-5-12,12 7 6,-34-9 0,32 13-84,-16-3 79,19 8-6,2 0-34,-4 4 34,4 1-68,-6 1-89,0 0-61,0 1 100,-3 5-274,1 2 39,-20 8 324,19-5 57,-10 1-17,28-6 0,6-3-117,7 0-472,3 0-1130,5-3 1719,-2 2 0,8-2 0,1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6.9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80 978 7503,'0'-17'1866,"-7"4"-1385,4 13-128,-6 0-151,7 0 123,0 0-197,0 0-240,2 0 6,-3 0 106,2 7-6,-2 8 6,1 12-5,0 12 5,0 5 0,2 6 0,0 1-67,0 0-40,0 0 46,0 9 21,0-16-88,2 11-1,0-35 39,0-1 51,0-16 39,-2-3 291,0 2-252,0-7-39,0-10 6,0-11 28,0-17-34,0-10 0,0-13 0,0-9 0,0-12-6,0-7-375,-3 44 1,0-2 301,0-22 1,-1-1 78,-2 19 0,0-1 0,1-15 0,0 1 0,-2-19 0,3 8 5,2 10 51,1 8 34,1 13 28,0 0-107,0 18-11,0 3-6,0 17-67,3 4 17,1 3 756,7 0-739,1 3 28,4 1-34,5 0 6,5 2 39,6 0 5,28 20-5,-9 2 17,21 20-11,-14 3 5,0 2-5,1 9 33,-1 1 0,-5 3-33,-6 1 5,-6-3-78,-2 22-141,-13-23-795,1 31 516,-18-42-174,-3 12-106,-6-17-230,0-3 997,-6-2 0,4-16 0,-5-8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7.3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40 711 8517,'-19'-8'1664,"4"2"-1491,15 6 46,0 0 246,-5-37-236,12 6-94,3-36-68,19 14-62,10-6-5,8 3-785,11-4 241,10 1-22,-22 24 1,2-1-214,-1 2 1,0 1 778,7-5 0,-3 3 0,3-1 0,-15 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7.8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 18 7778,'9'9'1277,"-3"-2"-991,-6-7 834,0 0-958,-8-15 90,6 11-140,-8-11-39,9 15-689,-1 0 571,2 13 40,0 7-23,4 20 28,5 7 0,5 9 5,6 7-5,3 3 34,3 5-34,1-1-112,2 5-392,0-5 39,1-4-62,2-8-5,2-13-45,22-17-744,1-13 1257,20-15 0,-38 0 1,-7-2-1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8.2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81 30 7990,'6'6'2600,"-1"-1"-2119,-5-5-145,0 0-336,-19-18-224,13 13-196,-16-13 336,16 21 84,-2 12-5,1 8-79,-2 38 44,2-5 12,2 28 28,3-9 0,2 12 0,0 9-857,0-46 0,0 0 854,4 1 1,1 0-54,8 43 50,10-11-22,1-37 0,2-4 23,16 13 5,26 3 0,-10-32 0,8-6-73,7-6-274,3-7-258,1-3-236,7-6-1441,-11-7 2282,-5-5 0,-33 4 0,-15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8.6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1 379 8466,'6'7'1877,"-2"-2"-1686,-4-5 402,0 0-302,2-11-218,15-9-50,12-16-23,22-9-926,15-3 425,-19 18 0,3 0-457,0 2 0,2 1 958,10-5 0,-4 3 0,5-2 0,-16 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9.1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1 446 7990,'7'7'2611,"-1"-1"-2029,-6-6 471,0 0-991,-5 0-34,4 0-28,-4 0-56,5 0-476,0 0 487,0 17 45,7 5 0,6 21 0,10 4 0,6 8 5,2 0-5,-2 1-123,1-3-11,-5-6 44,-5-7-16,-3-10-17,-6-8 33,0-9 135,-4-5 44,-2-5 40,-3-3 762,-2 0-852,0-13-39,0-10-6,0-24-33,0-17-17,1-16-134,11-14 86,-3 44 0,2-1-39,5-1 1,4 0-113,11-16 0,4 2-443,-6 21 1,1 2 456,9-10 1,2 6-472,18 3-750,29 6 314,-26 18 1148,17 4 0,-51 12 0,-9 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9.4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7514,'14'7'2538,"-3"-1"-2006,-11-6 168,0 0-829,0 5 17,0 3 107,0 8-35,0 7 29,0 9 11,2 8 6,2 5-6,3 4-28,5-2-247,9 13-570,18-10-242,13-11-1853,9-17 2940,-1-37 0,-29 11 0,-7-11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09.6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7716,'7'3'-360,"-1"0"0,-6-3 1,0 0-1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0.4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37 9526,'-3'-20'1982,"1"3"-1926,2 17-935,0 0 795,-5 5 78,4 15 6,3 15 0,9 18 6,8 11 39,2 5-45,2 2 50,-6-4-50,1-5 0,-6-7-6,-1-6-44,-5-8 50,-2-7-6,-1-4-44,-1-8-17,2-1-12,1-4 40,-1-2-11,4-2 44,-4-2-5,1-1 11,-3-5-6,2-1 6,-4-1-11,2-2 6,-1 1-1,0-2 6,2 0 50,-1 0 152,4 0 0,1-2-113,16-19-83,0 1-6,14-18 0,-3 4 0,2 0 0,1-2 0,1 4-34,-2 4-167,11 4 94,-12 11 23,9 5 23,-13 11 16,1 10 45,4 8 56,-2 11-11,3 4-6,-2 4-39,0-1-51,6 18-21,-16-16-225,0 27 174,-20-31-135,-18 16-179,-9-17 297,-21 5-124,-8-1 35,-8-2-147,-3-3 52,-4-5-63,5-7 270,2-10 5,11-6 0,12-24-347,16-10 459,11-21 0,7 19 0,2 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1.9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 1170 7996,'10'0'1255,"-3"0"-1160,-7 0-55,0 0-136,-8 3 40,6 3 56,-6 9 62,8 9 22,0 10-45,0 11-28,1 6-11,6 2 0,3 0 45,9-6-39,0-4 5,5-9 0,1-4 23,1-11 95,2-7 78,4-8 112,5-4-95,9-4-45,1-9-84,2-9 281,20-33-315,-34 20 6,11-21-67,-40 27 0,-2-1-291,-9-17 291,-5 11 0,-5-11 6,-3 17 44,-3-6-44,8 11 27,-3-4-27,8 11 0,3 0 5,1-2-11,2-3 0,2-3 5,0-7 40,10-7-6,4-9-33,13-7 151,3-7-12,0-8-83,2-4-17,-2-10-40,-2-1-419,-3-3 414,-6 4 0,-8 10-152,-5 9 102,-5 13 50,-4 14-39,-6 9-6,-3 11 45,-5 6 45,4 6-45,0 3 459,5 1-459,2 2-67,5-1-246,1 2 273,0 10 35,0 13 5,0 19 0,1 16 5,3 12-5,2 9 0,3 4 0,-1 5 0,1-1-290,-1 0 290,1-5-12,2-4 12,4-7-39,2-5 39,4-11 11,1-5-11,6-10 0,5-6 0,4-8 34,6-7 39,6-8 39,6-6 291,30-10-257,-20-10-93,-13-3 0,-2-6-428,0-13 425,9-19-11,-31 14-33,-7-5-339,-6 0 266,-9 0-79,-3 0-16,-3 5 16,0 6 141,-5 10-107,-3 7-129,-5 11-286,-4 3 309,-2 5 128,-5 12 733,-3 4-722,-3 16 74,5 4 328,3 0-329,10 0-39,5-6 45,6-5 73,19 0 56,5-12 50,27-1 62,7-10-6,12-14-106,10-9-73,6-17-537,2-11 500,-44 23 1,-1-1 13,35-29 45,-33 19 1,-2-1-23,12-18 0,-23 13 0,-6 1-56,-10-8 0,-7-10 90,-8 20 22,-3 5-23,-3 8-10,-2 7 520,1 8-599,3 5-45,2 5-364,2 1 342,4 1 67,12 5 0,11 8 0,18 11 6,10 12-6,3 9 16,4 8-10,-7 4 22,-6 3-118,-8 25-94,-20-20-40,-10 20 117,-33-27-509,-20 4-253,0-27 0,-7-1-842,0-1 0,-3-1 1530,-10 1 0,3-3 1,-6 3-1,18-13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2.2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1 633 8192,'13'14'151,"35"-35"0,10-16-106,21-18-1644,-27 19 1,8-6 0,-3 2 1598,9-4 0,0 2-17,11-5 1,0 0-287,-4 4 1,-1 0 409,3 1 1,-7 3 0,8-3-1,-28 16 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5.3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23 7593,'8'7'1518,"-2"-2"-1098,-6-9 28,0 2-112,0-4-28,0 3-50,0-1 106,0 0 17,0 0-146,0 2-106,0-1 5,0 2-420,0 0 286,0 9 6,0 8 5,0 14-5,0 8-6,0 8 0,0 4-135,3 2-128,1 1-218,5 0 49,1-4-352,3-1-56,9-2-437,1-8 1277,8-6 0,-15-17 0,-4-7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5.8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35 8136,'4'20'291,"-2"-4"-291,-2-16 140,0 0-95,105-25 5,-50 14-47,15-4 0,1 2-1213,-9 8 1210,0 3-6,-2 4 283,2 13-274,-19 9 0,0 6 3,23 32-4,-25-16 1,-4 4-3,-12-6 0,-5 2-31,-2 1 1,-3 2-10,-5 3 1,-2 2-68,-2 0 1,-3 1-828,-3 0 0,-5 1 712,-5 0 1,-3 1-14,-4-2 0,-4-1-166,-5 0 1,-4-1 151,0-3 0,0-2 249,-2-1 0,1-4 0,-4 6 0,9-14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7.0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35 400 7375,'10'4'688,"-2"-1"-626,-8-3-96,0 0 29,0 16 5,4-1 0,3 12-17,5-6-34,3-6-33,2 0 28,0-9 56,5-1 493,19-5-302,-6-2-46,27-16-106,-30 1 17,11-24-50,-31 16-6,0-7-168,-12 9-84,-3 2-22,-23-3 156,1 10-84,-20 1 23,9 10 123,-18 18 56,13 6 6,-11 14 61,23 6-61,2-1 5,8 4-6,4-6-5,7-3-33,5-7-29,3-3-27,11-3 89,4-10 151,16-1 134,4-10 393,31-1-516,-10-8-55,26-7-51,-17-14-17,2-7 35,-1-7-276,-3-4 258,-5-4-44,-6-3-7,-4 1 34,-4 0-33,-7 4 33,-6 4 12,-8 7 21,-8 6 7,-8 11 66,-3 7 91,-4 6 301,0 5-319,0 1-705,0 2 414,0 3-33,0 6 39,5 5 61,3 7 6,8 1 0,4 5 6,0-1-6,3 2 5,-4-1 6,0-1-5,-1-1 5,-4-1-5,2-3-6,-6 1-62,-1-3-22,-5 0-61,-2-1 89,-2 1 134,0-6 62,0-1-6,0-10 34,0-1-285,0-7-23,0-8 78,0-12 51,1-10-23,8-11-5,7-4 34,7-9 5,1 5 33,0 0 225,-4 14-51,-4 9-106,-6 13-101,-3 8 0,-5 7-73,2 3-22,-4 1-6,3 0-129,4 0 113,3 5 117,7 6 84,2 8 84,15 23-168,-5-10-90,8 11-207,-11-18-196,-2-8-616,-2-6 1109,-2-7 0,-10-3 0,-3-1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7.2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34 8612,'-21'-19'-2475,"5"4"2475,16 15 0,0 0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7.9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277 59 8030,'18'7'1529,"-4"-1"-1137,-14-6 443,0 0-746,-20-25-16,6 15-73,-16-17-11,11 21 11,-3 4 11,-3 0-5,-5 2 38,0 5-44,0 5-50,3 7 5,7 4-56,3 3-100,6-1-74,3 1 23,4-4-22,3-2-17,1-6 117,0-3 163,8-5 11,6-3 73,9-1-6,6 0-17,14 0-38,-8 0-7,5 0-5,-14 0-39,-7 0 0,1 0-12,-6 2-44,2 4 56,-4 3 39,2 6 6,0 7-1,2 5 62,13 35-61,-5-10 72,8 27-72,-11-20 28,5 30-23,-10-26 28,1 22-33,-9-32 44,-5-1-44,0-1 5,-1-4 22,-2-3-33,2-2 0,-2-2-453,0 20 127,-7-16-94,-1 12-274,-4-24-460,5-9 1154,3-8 0,4-10 0,0-3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18.6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111 338 7195,'15'7'269,"-3"-2"-235,-12-5 94,0 0-38,-10 29-28,8-15 44,-8 24-28,10-19 23,0 5-6,0 6-16,0 6 5,0 7-45,0 3-28,0 1 23,0-2 5,0-5-33,0-5 5,0-10 22,0-5-27,0-9 5,0-3 23,0-3-29,0-2 467,0-2-467,-5-1-5,-7-6-5,-3-10-114,-8-12 30,4-10 83,2-9 6,4-2 90,6-29 16,3 19-72,19-38-28,6 41-6,18-15 39,2 22 34,3 0 375,-1 4 123,0-2-44,-3 9-186,-4 1-318,-3 10-23,-6 8-163,1 10 51,-4 6-17,4 6 129,1 13 6,2 8 95,0 13-56,1 5 106,6 21-151,-9-13-454,15 35-190,-19-34-303,8 20-207,-12-20 1154,-6 1 0,-6-23 0,-5-9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0.6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7610,'5'14'2005,"0"-2"-1495,-5-12 1013,0 0-1557,0 8 23,0 6-39,0 10 5,5 8-129,1 4-178,7 5-40,-2 3-275,2 1-201,-1-2-169,2 2 1037,5-2 0,-8-17 0,1-6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1.3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60 170 9055,'-21'-2'2151,"5"0"-1939,16 2-195,0 0-162,-10-8 145,8 2 89,-8-8 12,15 3-62,8-6-39,10-2-11,9-5-23,5 1-27,1 4-62,2 4-113,-3 9-38,1 3-56,-2 3-158,-4 3 7,-6 10 363,-7 8 118,-8 13-11,-5 7-62,-4 6 34,-7 4 39,-5 0 0,-6-5 0,1-5 0,0-12-45,7-6-112,3-9-28,3-7-17,2-3 73,0-4 124,7 0 33,16 0 22,5 0-44,14 0 22,-6 3-28,1 5-90,-1 5 34,0 6 56,-6 2 45,-2 3 5,-4 2-44,-3 2-6,-3 6-6,-6 2-5,-6 5-28,-2 6 0,-13 4 5,-8 0 34,-10 0 0,-10-8 6,2-5 27,-4-8-27,5-6-6,0-7-62,2-7-542,2-5 604,-5-17 0,17 9 0,0-8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1.7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 58 7179,'-1'-18'2694,"-1"4"-2005,2 14-79,0 0-571,-11-11-39,8 8-67,-9-9-67,11 12-1,-2 2 124,1 15-39,1 12 50,1 25-262,0 16 262,0 13 0,6 13 0,4 3-1290,-2-49 1,2 1 1295,8 45-536,1-11 474,2-10 78,-2-16-95,5-14-218,-1-13-589,21-17-246,2-7 1126,16-14 0,-29 4 0,-8-5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2.2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64 7974,'-6'4'1294,"1"0"-885,5-4 728,0 0-1137,-3 0-84,2 0 11,-2 5 62,3 4-51,0 12 51,0 7-34,0 8 6,0 4-40,6-1-10,4-1-1,6-4-39,2-8 6,1-5 62,2-10 61,1-5 44,3-5 24,-1-1 60,11-6-21,-10-4-29,4-7-22,-14-7-5,-2-1-51,-4-9-62,-1 0-246,-3-5-1210,1-18 498,-4 10 1020,2-8 0,-4 31 0,0 9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2.8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 53 7643,'18'2'868,"-4"0"-823,-14-2 218,0 0-196,-13 58-61,8-25 5,-9 52-11,12-41-5,2 4-29,0-6 23,4 1-73,3-10-6,5-5-55,4-10 105,2-6 40,0-7 146,3-3 56,1-2-57,3-5-32,1-7-35,-1-8 6,-1-7-5,2-22-79,-11 10-235,-1-14-97,-12 12-71,-2 4-252,-10 2 73,-16 3 582,-2 14 0,-8 4 39,10 12-33,3 2 61,-1 12 45,1 4 56,2 16 67,1 6-62,3 2-77,3 11-141,7-18 84,17 0 650,15-24-156,22-8-214,20-14-1806,16-11 1515,-33 6 0,0-3-28,3-2 0,0-2-84,1 1 0,0-1-258,-1-4 0,-1-1-622,-8 5 1,-2-1 920,31-31 1,-38 30 0,-15 5-1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3.3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115 20 8136,'-21'-11'2280,"3"3"-1860,18 8-50,-7 0-46,6 0 1,-6 0-157,5 0-45,2 0-123,-3 0 6,2 0-6,-2 0-6,2 1-38,-4 5 32,1 4-32,-3 10-24,-2 6 1,1 14 22,-2 10 6,6 11-45,1 8 79,3 5-57,0 1 56,8-1-33,14 19 34,10-10-102,3-8-386,-4-22-744,-7-25-730,1-5 1967,-6-6 0,-6-8 0,-8-5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3.7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2 187 8214,'-1'-5'964,"1"0"-846,0 5-12,11-23-16,4 7 0,16-21-40,4 12 23,6-1-73,3 4-39,-1 6-68,-3 8-100,-3 5 207,-7 9 39,-2 13 101,-8 40-140,-9-2-78,-8 29-316,-17-20 248,-9 2-16,-15-2 32,-4-4-290,-11 4-425,28-33 845,-4-3 0,29-30 0,0-2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4.1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1 317 9649,'15'4'1831,"-3"-1"-1685,-12-3-258,0 0 106,-2 3-39,2 11 34,-2 10 0,2 13 11,0 7-34,5 0 34,1-1 11,4-8-11,1-3 0,-5-7-5,1-6-34,-3-6 39,-2-6 5,1-1 85,-2-4 330,0-1-426,-1-12-184,0-11 55,0-19 51,0-14 45,0-12-157,11-9-168,6 19 0,5 1-1479,19-24 1381,-10 30 0,3 4-1259,22 0 153,-2 13 1568,-3 13 0,-23 11 0,-12 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4.4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 1 8338,'4'10'1815,"-1"-1"-1675,-3-9 129,0 0-191,-12 5-72,10 1 117,-10 11 28,12 7-45,0 13-72,0 13-28,0 7-1,1 3-5,5-3-168,2-6-246,5-8-555,5-13-549,2-8 1518,2-12 0,-9-5 0,-5-5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4.6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43 11066,'12'1'795,"-2"0"-1770,-10-1-2732,0 0 3707,54-20 0,-41 15 0,41-15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5.3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17 947 7610,'-9'-20'492,"1"3"-430,8 17 22,62 123-78,-47-81 10,19 28 1,-6-4 22,-28-39-27,0-4 27,0-3-39,0-3 5,0-6 1,0 0 44,2-3-44,-2-1 39,2-1 28,-2-2 78,0-1 376,0-2 823,0 0-1658,0-12 235,0-9 17,5-16-67,1-11 27,9-6-10,2-5 33,6 1 34,0 6 28,-1 8 0,-3 13-101,-6 9-196,0 12 140,-5 5 66,3 6 102,-2 9 74,4 8-63,1 10 22,1 3-27,8 10-180,4-10 174,-1 0 62,-1-16 11,-13-10 0,0-5 44,-4-1 230,8-5-235,-3-9-39,7-15-17,-5-11 51,2-39-102,-9 16-5,-1-30-268,-7 25 212,-2-6 6,-5-4-146,-4-3 78,-10-3 1,-2 1-18,-5 2 138,8 31 0,-2 3 75,-9-15 51,-6-2-118,19 44-11,7 9-235,3 7-202,3 3-39,1 1-46,2 0 163,0 0 1,2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25.7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35 746 9038,'-19'-5'1361,"4"1"-941,15 4 168,0 0-246,60-60-51,-12 18-213,5-5 1,5-3-46,-13 17 1,2 2-1467,8-5 1,2 1 1258,5 0 1,3 0-572,13-8 0,3-1-1028,-2 4 1,-1 0 1772,3-5 0,-5 3 0,9-4 0,-32 13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32.3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1505 242 6283,'19'18'812,"-5"-3"-712,-14-15 46,0 0 16,-3-10 1,1 4 16,-4-7-67,1 8 39,1 0 101,-2 0-11,2 0-84,1 1 33,1 0-10,-2 1-113,2-1 6,-2-2 5,1 2-10,-3-3 27,2 1-6,-1-1 18,-1-1-12,2 1-45,-3-1 85,-1-3-79,4 5-45,-3-6 28,5 5 96,-5-7-35,2 4 35,-4-3-12,5 5-50,-3 3 33,3-1-44,-1 2-29,1-1 7,0 1-35,-1 0 1,0 1-1,-3-3-5,1 0 6,-4 0-6,2-1-11,-4 3-51,1-1 6,-4 1 6,-6 0-1,0 2 7,-6 0-35,4 2 79,-1 0 39,-1 0-39,1 0 0,1 0 0,1 0-5,3 0-46,-3 0 18,3 0 16,-23 4 17,15-2 0,-13 5 0,19-1 0,3 2-34,-3-1 29,-1 2-51,0 3 0,-3-1-45,2 4 39,-4-2-27,-4 2 50,-2 0-6,-5 2 39,-3-1-5,0 2-73,-2-2-11,2 2 33,-14 4 62,18-5-56,-7 4 6,21-9 33,-4 6 11,8-7 1,-4 3-34,9-5 39,0-1 0,2 3-6,-2-2-5,2 4 5,-2 1 6,0 2-50,-7 6-12,7-3 12,-3 1 44,9-7-61,3-2 61,0 2-5,1 1 6,1 1-1,-2 0 6,3 1-56,-3 11 17,2-5-6,0 7-11,3-12 56,1 1-6,0-1 1,0 4-1,0 0 6,0 3 0,1 0-5,5 1-7,2-1-134,18 19 112,-8-16 29,16 16-1,-11-20 1,5-1-1,2 1-5,4-1 5,4-2-95,1-4 79,8-3 22,2-7 39,11-1 0,4-5 6,9 0-6,3-3-285,5-6 252,-4-5 33,2-5-31,-28 5 1,0 0 48,26-9-653,-29 6 0,-1 1 596,15-7 6,24-11 0,-22 9-4,-9 3 1,0-1 3,12-5-1,23-11 7,-22 7-7,4-3 1,1-1 5,1-5 210,-5 1-328,-5 2 96,-9 1 11,-8 6 0,-10 5-5,-5 4 5,-7 6 1227,-5 2-1222,-5 6 1,-5 1 67,-3 3 73,-5-5-140,1-1-1,-1-5 51,2-2-11,-2 2-45,0-2 0,-2 4 0,0 2 73,-10 0-73,-4 1-56,-14-1-67,-4-2 67,-48-9 56,25 8-6,-33-5-28,36 13-84,1 2-151,-1 3-44,-1 2 111,-1 10-218,1 3-235,-10 15 655,-15 12 0,34-17 0,-2 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2:37.3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3087 237 6865,'19'17'745,"-4"-4"-594,-15-18 22,-1 4 51,-2-6-44,0 5-18,-1-3 12,2 1-34,-2-3-45,2 3 18,-1-2-13,-1 2-55,0-1 45,0 1 72,-1-2 51,-1 1-79,-1 1-61,-1-2-17,1 2 28,-3 2-84,2-1 6,-2 3-6,0-4 5,-1 4 1,-1-4 5,-4 4-5,4-3-1,-5 2-5,4-2 6,-7 3 0,2-2-1,-6 2-5,4 0 0,-1 0 6,-2 0-6,-3 0 0,0 0 5,-6 0 1,0 0 0,-2 0 27,0 0-27,-20 2-6,20 0 5,-13 1 1,24-1-6,-1 2-6,-3-2 6,-1 2-5,-5-2 10,0-1 1,-6 1 0,3-2-6,-5 2 5,0 0 124,-1-2-123,-3 2 61,3-2-22,-1 0-12,0 0 18,-15 0 21,14 0-32,-8 0-40,22 0 5,3 0-5,1 0 6,2 0-6,-1 0 11,-1 0 0,3 0 23,-14 0-29,9 2 1,-10-2 89,12 2-39,-16-2-45,12 0-5,-13 0 5,16 0 23,1 0 11,4 0 55,3 0-60,2 0-1,-3 0 0,4 0-39,-4 0 0,5 0 0,0 0 0,0 0 6,0 0-12,1 0 0,0 0 1,0 0-1,-1 0-44,0 0 50,0 0-6,-2 0 6,-8 0 0,2 1-5,-6 3-1,6 0 6,1 3 0,-2-1 0,-1 0 6,-1 1 5,-12 1 0,10-2 28,-9 1-39,14-5 17,-10 2-11,10-2-1,-6 0 1,9-1-6,1-1 0,-4 0 0,1 2 0,-1 0 0,-3 2 0,3 0 0,-3 1 0,5-1 0,-1 3 0,5-2 0,0 0 0,3-3-6,-7 3 6,4-1-5,-8 5-1,4 1-5,-12 8 5,8-5 6,-6 5-5,9-7 5,3-1 0,-1 1-17,1-2 11,2 3-39,0-1 40,4 0-96,-4 4 56,7-5-28,-1 1-22,6-4 22,1-1 12,0 3 10,2 1-16,-1 3 6,2 2 5,0 4-28,1 3 78,0 4-11,0 18-22,0-7-17,0 11 22,1-14 23,5-1-28,2-3-23,6 2 51,0-3 0,16 14 5,-8-13 1,22 26 5,-17-26 5,6 12-5,-9-18 0,-6-1-44,2-4-40,-5-4 11,2-4 34,-2-2 22,2-1-34,0-1 7,5-1 44,4-2 22,6-3 68,6-1-68,5 0-22,2 0-151,4-6 140,22-13 16,-18 0 29,17-10-29,-21 10 1,20-13 0,-15 9 5,13-10-6,-25 12 1,-2 2-6,-4 4-6,-2 4-33,-4 2 22,10 3 17,-11 1 0,9 2 0,-11 0 6,1 3-6,-2-4 0,4 2 6,-3-2-1,2 1-5,0-3 0,-1 2 0,2-1 0,12-3 6,-7 4-1,9-5-5,-11 5 0,-1-3 6,7 1-6,3-3 17,7-2-17,3-1 5,3-3 1,23-3-6,-21 5 6,32-6-6,-42 12 0,10-2 0,-19 5 0,-3-1 5,-2 1-5,-1 0-5,-5 2-7,-1 2-27,-4 0 34,-1 0-1,0 0 6,-2 0-6,-1 0 6,3 0 6,-2 0-6,3 0 0,-1 0 11,10 0-11,-8 0 6,4 0-6,-10 0 0,1 0 0,-4 0-11,1 0-34,-4 0 39,-1 0 6,2 0 0,4 0 17,1 0-11,5 0 5,-1-1 0,18-3-5,-9 0-1,12-3 1,-12 3 5,0-4-11,0 3 6,2-3 5,-3-1-6,2-1 1,-3-1-6,1-2 6,-1 1-6,10-6 0,-11 8 0,11-6 0,-17 8 0,3-3 50,-3 1-50,2-1 34,-1-2 10,6-7-32,-8 5-7,0-5 1,-9 11-1,-5 0 35,-1 3-29,-3-1 39,0 1-39,0-2 34,-2 1-34,2-11-11,-2 3-39,0-9 39,-5 4 0,-1 1 6,-6-5-1,-1 2 1,2-3-6,-4 0-34,2-1-156,-17-9 280,4 10-40,-12-6-11,6 13-22,1 0-11,-2 3 5,3 2-6,-4 4 46,4 0-46,-4 1 40,4 1 28,-4-1 28,-28-6-56,21 5 50,-22-4-90,32 6-5,2 3 0,0 0 0,2 2-5,-4 2 5,0 0 0,-3 0 0,0 0 0,2 0-185,-6 0-409,11 2-454,-4 9-603,14 3 1651,1 5 0,7-7 0,3-6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06.8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387 102 6848,'5'0'930,"-1"-5"-718,-4 2 119,0-4-74,-2 3 57,1 1-44,-2-1 60,1-2-128,-2 2 16,-1-3-33,1 3-84,-2 0-40,3 1 46,-1 1 5,0-4 28,0 2 67,0-3 168,1 1-45,-3-1-5,2 1-90,-1 2-89,3 1-50,-2 2-57,4 0-28,-4 1-11,4 0 0,-2 0-56,1 0 5,0 0 12,-2 0-28,1 0 39,-5 1 28,-1 13 5,-8 11-5,-4 19 3,1 1 0,-1 3-59,-12 29 50,11-23 1,0 1-34,-7 18-12,-3 18 46,10-28-7,-2 9-21,12-33-85,1-5 1,1-6 44,3-5 34,1-6 39,2-8 0,2-2 0,1-5-471,0 0 79,1-2 314,10 0 78,8 0 50,15 0-50,11-5-145,11-1-897,29-6-768,1 3 1810,-34 3 0,-3 1 0,4 0 0,-14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07.6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350 102 7503,'13'5'1787,"-2"-2"-1400,-11-3 44,0 0-369,4 0-12,-3 0-16,2 0 10,-3-3-10,0-2-28,0 0-1,0-3-5,0 3-207,0-3-23,-2 0 96,-3 1-12,-3-1-66,-5 3 77,-2 1-44,-4 2 112,-4 2 61,-3 0 1,-1 5-35,-2 8 34,2 8-5,-3 9 11,2 6-196,-14 20 140,13-10-23,-6 11-150,20-23-466,8-5 477,5-14 157,14-3 61,9-12 61,14-7-11,6-7-44,2-9 0,3-5 38,15-19-44,-16 13 0,7-14 0,-22 19 0,-7-1 6,-5 4 123,-6 3 123,-7 1 45,-3 5 11,-2 2 0,0 2 23,0 3 330,0 4-661,0 3-101,0 3 140,0 5 163,0 9-113,0 11-22,5 11-67,4 4 6,10 1-6,6-2-90,8-4-173,19-10 263,36-7 0,-39-10 0,13-5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08.3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131 10 9453,'-12'-5'2161,"2"0"-1886,10 5-225,0 0-100,-6 5 16,-1 3 34,-8 12-56,0 7-33,-2 12 77,-2 7-60,6 5 66,2 0-33,7-3-28,2-2-45,4-8-34,8-7-106,10-8 252,13-10 62,14-6 5,10-7-62,9-13 1,4-11-6,-4-12-67,-6-5 16,-12-1 51,-5-8 68,-20 17 245,-3-4 124,-17 25-151,-3 3-129,0 7-73,-2 2 22,0 0-5,0 0-62,0 0-39,1 0-50,0 0-28,-2 0 27,1 14 12,-3 11 28,0 22 11,0 19 0,1 13 0,2 15 16,1-45 1,-1 4-826,-1 29 0,-1 2 778,-2-20 0,0 0-79,-3 24 1,-1 0-59,0-27 0,-2 0-894,-9 27 0,-3 0 779,5-22 0,-2-2-134,-5 19 0,-3-5-104,5-27 0,0-4-857,-19 31 1378,2-18 0,19-30 0,9-15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08.9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250 1 8181,'1'2'442,"1"0"-358,-2-2 11,-19-2 73,12 2-21,-18-2-108,17 2-28,-4 3 28,-2 8 57,-6 10-7,-3 13 74,-5 11-40,1 12 112,-4 35-173,12-18 27,3 20-50,13-37-33,3-7-6,0-10-45,7-10 45,6-10 34,10-10 95,12-5 50,54-32-134,-28 4-29,-13-1 1,-4-3-11,-3-13 128,-7-22-83,-16 17-51,-4-14 0,-12 20-6,-9 3-89,-7 2-84,-10 9-101,-10 9 61,-6 9-162,-5 5 113,0 10 60,1 6-196,5 9-1712,3 15 2116,18-15 0,3 1 0,15-19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09.7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113 747 9106,'-8'-10'1864,"2"3"-1427,6 7 123,0 0-638,-5 1-141,0 6 169,-6 10 0,-2 13 50,-2 10-6,-2 11 0,1 4-50,7 1 23,3-1-29,5-4-67,2 7 29,8-18 27,5 1 73,9-22 5,1-11 63,8-3-18,2-5 0,9-12-50,6-8-89,4-17 24,-15 3 1,-1-3-3,15-22 61,8-19-55,-33 27 55,-11 6-67,-7 11 73,-8 8 118,-1 11-17,0 7-40,-5 5 135,-3 3-196,2-2 0,-1 2-67,7-4 67,0 2 6,0-3 33,7-4 0,6-5-33,12-6-1,10-5 46,24-23-46,-13 9-5,8-15 34,-27 16 22,-11 1 28,-8-1-11,-5-1-34,-3-4-39,0-4 5,-1-6 1,-6-2-6,-2-1 0,-2 3 6,2 7 106,3 9-112,0 14-73,3 10-90,-3 8-117,2 9 280,-3 17 174,1 20-62,-1 29 84,-1 26-350,4-42 1,1 4 206,-3 34 0,1 4-1247,0-24 1,0 1 1193,-2 25 0,1-2-806,1-31 0,0-4 596,1-3 0,1-1-381,0-3 1,0-3-609,1 38-414,0-19 1613,2-20 0,0-25 0,0-13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0.0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26 296 11469,'-14'-7'1294,"2"0"-1059,12 7-604,0 0-1239,147-72-621,-97 50 0,2-2 2229,20-10 0,9-4 0,-12 6 0,11-3 0,-22 10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0.7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250 355 8091,'-19'-19'3182,"3"5"-2600,16 14 455,0 0-964,-3 0-73,2 0-1037,-2 0 1043,11 0 66,4-5 29,13-5-11,1-5 22,3-6 34,-5-1-6,-3-3-62,-6-1-10,-4-2-35,-3 1-33,-5-3-50,-1 2-62,-2 1-45,0 3 107,-5 7 44,-1 5-72,-9 7-276,-20 5 304,-1 15 33,-21 13 11,6 17 1,0 13 5,4 3-11,7 5-51,14-6-134,11 12 190,8-25 6,25 2 0,14-29-16,31-10-617,22-5-126,-24-7 0,4-3-1735,0-2 1,2-4 2493,9-4 0,-5-1 0,8-6 0,-24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1.5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704 115 10382,'-4'-15'3389,"2"2"-2835,2 13 107,0 0-476,-30-38-11,21 28-174,-22-28 0,28 38-163,1 0-246,-2 1 230,-2 17 112,-1 16 61,-1 28-418,-1 20 390,1 10-55,4 6 21,2-33 1,1 0-22,1 29 44,0-38 0,0-3-117,0 6-180,0-14-39,0-13 12,0-12 184,0-8-11,0-7 134,0-3 386,0-2-649,0-5-247,-7-7 147,-5-7 134,-12-4-163,-8 4 140,-9 8 169,-10 6 128,-7 20 17,-8 12 263,-3 24-156,5 11-23,8 7-243,12-3 159,16-8 0,12-9 0,10-11 5,8-14 102,19-11-107,15-8-776,38-19 0,10-9 504,-32 10 1,0-3-911,39-13 1,-4-4 1075,-2-10-784,-15 0 890,-14 5-121,-11 4 429,-15 6 134,-6 6 366,-12 4 1653,-4 7-2114,-5 4 913,-2 5-1276,-1 0 319,2 2-303,2 5 5,5 8 12,3 8-17,4 8-162,1 3-264,4-4-1781,16 12 2207,-8-19 0,1 1 0,-19-18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1.7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 12 10735,'-5'-6'107,"2"1"-852,3 5-84,0 0 0,0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2.0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145 36 10405,'-18'-13'3545,"4"2"-3237,14 11-89,0 0-359,-18-12 72,12 28 63,-18 8 5,16 44-6,-2 25-171,5-40 1,1 3-104,0 4 0,0 1-948,1 1 0,-1 0 883,0 0 1,0-1 33,1-4 0,0-1-45,1-4 1,-1-1-602,1 39-523,0-16 1480,2-19 0,0-27 0,0-14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2.6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50 236 10052,'-2'-16'2745,"1"3"-2527,1 13 107,0 0-174,-24 2-151,18-2-34,-10 2 34,31-5 0,13-6-39,10-5-22,6-3 55,-3 0 0,-3 7-50,-8 3-11,-6 5 17,-2 2 44,-2 5-50,2 8 51,-3 10-1,3 8-33,-1 6 33,3 2-78,1 5-95,4 1-39,4-2-74,3-1-139,16 2 358,-15-17 67,19-2 6,-29-20 0,9-6 0,-10-15-168,3-10-129,1-15 124,-3-10 173,-3-5 0,-9-7 117,-5-2 292,-12-18-280,-14 26-39,-12-3-85,-13 39-10,-6 10 5,-6 8 0,0 6-6,2 13-44,4 11-410,11 13-3147,15 34 3607,9-29 0,12 7 0,0-39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8:13.0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108 600 10903,'5'1'2218,"-1"0"-1333,-4-1-902,-9 0-386,7 1 263,-6 8 107,8 8-29,0 10-61,0 7 11,-3 2-28,-2 1 61,-4-3 35,0-2 38,-1-7 6,1-6 56,3-8 353,2-6 196,1-3 22,1-2-381,-4 0-89,-1-13 67,-3-11-118,2-21-106,3-15-229,3-19-90,21-13 50,-5 38 0,6 0-464,9-3 1,7 1 443,4 0 1,6 4-231,9 1 1,9 6 518,22 0 0,0 8 0,-37 15 0,-2 3 0,7 4 0,1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3.5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387 1240 5885,'6'15'-140,"0"-2"129,-6-13 11,-32-54 95,17 29 135,-23-43-113,25 43 57,3 3-107,1 1-33,0 3 66,1-1 460,-6-8-173,3 6-102,-3-5 124,4 11 460,-1 1-533,5 4 67,-1-1-112,2 3 0,-3-1-39,0 1-106,-1-1-51,1 1-95,3 4-11,1 1-45,2 3-263,2 0 246,0-5 73,2 0 0,8-9 84,8-3 0,14-14-34,4-11-38,9-13 44,-2-9-12,-1-2-10,-5-4 22,-12 8-6,-8 0 23,-10 9 62,-7-19-85,-14 20-11,-6-12-5,-12 25-40,-17 3-123,13 18-151,-9 3-67,14 21 230,-3 19 44,-7 21-11,-3 30 61,20-30 1,3 4-382,1 5 1,3 3 400,4 2 1,3 6 3,6-1 1,3 6 0,3-3 15,7 11 0,4 0-14,-3-10 1,2 3 0,3-6-4,10 3 0,3-6-289,-2-5 1,2-3 285,0-7 0,1-4 3,27 25-6,4-23 6,2-24 556,13-17-514,-5-38 0,4-14-42,-10 7 0,-1-6-92,-2-4 1,2-6 0,-3-2-1272,-6-1 1,-3-1 0,-1-1 846,-1 2 1,-2 0 0,0-2 438,1-6 1,0-1-1,-5 7 1,-5 7 0,-5 6-1,14-28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4.3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207 136 8046,'-20'-35'1978,"5"6"-1586,15 29 784,0 0-1176,-39-33-146,30 24 90,-30-21 6,39 51-23,0 14 68,0 25-359,7 14 358,6 14 6,-2-40 0,3 2 6,10 29 0,2 1-6,-5-18 0,1 1-99,2 3 0,4 5 0,-2-7 3,-4-10 1,0-3 8,8 11 1,0-5-105,4-3 85,-6-18 106,-5-16 67,-10-11 101,-6-5 67,-3-4 309,-4 0-181,0-7-307,-9-5-56,-3-9 11,-9-5-11,-3-2-11,0-3 11,-4 3 0,1 2-5,0 5-46,-5 4-5,9 9-95,-9 3-118,9 5 101,-7 10 112,0 8 23,-4 14-7,2 8 29,2 7-50,3 3-79,5 9 50,6 3-148,9-5 0,3 0-20,7 6 96,12 26 106,17-74 56,14-8 56,14-27-1479,11-12 1423,-30 5 0,1-5-272,11-7 1,2-1-609,-3 0 1,1 0 879,3-6 0,-3 4 0,5-3 0,-20 12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4.6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 0 7979,'10'18'2174,"-2"-4"-1810,-8-14-224,0 0-319,-25-12-1,18 9 63,-18-9 33,25 24 5,2 4 68,7 13 0,3 3 0,8 0 5,1-2-67,3 0 17,1-7-44,5-4-91,0-6-290,6-6-310,1-3 170,10-2-460,-3-7 1081,2-7 0,-23 5 0,-8-3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4.8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82 119 8662,'-12'-3'2264,"3"1"-2214,9 2-733,0 0-712,-29-46-918,22 34 2313,-18-37 0,26 46 0,2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5.2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 21 8993,'-9'-9'2235,"2"1"-2235,7 8-252,0 0 22,-10-3 186,16 20 44,2 13-12,27 34 12,14 17 0,-22-34 0,2 1 3,2 1 0,1 1-1616,0 1 0,1 0 1638,-1-2 1,-1 0-565,0 0 0,0-1 558,-3-1 1,0-1-398,-1-2 0,-1-1 339,24 37-346,-4-12-35,-5-10-275,-4-11 275,-8-9-219,-1-8 2008,-11-4-1369,-4 0 0,-7-13 0,-5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6.1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 2457 8830,'-12'-11'2107,"3"2"-2107,9 9-34,0 0 68,24-48-23,8 5-309,-4 1 0,4-3 304,38-27-3,-33 36 0,1 0-3,2 1 0,0 1 0,35-27-6,-9 12-89,-13 15-208,-14 15-81,-6 14 384,-9 23 6,1 13 72,-2 20-27,1 9-46,1 3-5,11 21-5,-11-26-158,11 5 437,-9-35-218,21-13 124,-8-8-52,20-20-21,-16-9-29,1-19 23,-5-7-28,-7-6-28,-10-3-12,-8-5-33,-10 2-39,-5-2-123,-17 5 50,-9 5 5,-20 8-38,-7 10 49,-9 13 7,-36 10 78,22 20-29,-22 7 35,43 11-746,10-1 263,24-12 427,11-4 61,29-18 61,14-12-16,20-18 0,9-17 39,4-11 11,0-6 85,0 0-34,-6 4-73,-3 10-73,-5 9-84,15 12-17,-13 17 16,15 8 23,-17 14-78,5 10 135,1 6 5,2 14 5,0 4 46,1 3-46,17 23 40,-23-18 6,7 12 39,-33-26-12,-10-9 208,-8-6 666,-8-9 95,-1-3 63,-2-5-1110,-2-13-12,-8-15-49,-3-25-23,-4-22 84,6-21 5,7 41 1,3-3-1166,0-7 0,3-1 1160,8-6 0,4-1-3,5-3 0,5 1-185,10-2 0,7 2-288,2 3 0,10 1-1276,10 7 0,9-2 0,-3 6 1752,4-4 0,-1 5 0,-16 17 0,1 1 0,-9 7 0,9-2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7.3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217 206 7498,'-20'-18'1938,"4"4"-1406,16 14 907,0 0-1097,-65-64-17,43 43-28,-49-48-135,61 61-117,3 1-45,3 5-117,2 0-35,2 5 45,0 17 29,6 18 5,11 26 68,13 22-622,-8-35 0,2 0 627,2 4 0,0 0 0,2 2 0,0-1-3,-1-3 0,1 1-134,10 13 0,0-2 53,-10-19 0,0-2-160,8 8 0,1-4-304,15 1-63,3-15 79,8-13 280,4-13-773,14-8 1025,16-22 0,-41 15 0,-1-15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8.2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22 957 8640,'-12'-1'1154,"3"1"-1103,9 0 94,0 0-145,28-57 6,3 23 13,-3-7 1,3-2-14,22-4-1,0 1-5,-4 3 0,-4 8 0,-2 1 0,-2 6-11,-3 3-62,-1 5-78,-6 8-174,-5 5 169,-4 5 156,-5 2 112,2 9-28,1 3-45,3 10-28,5 3-117,16 4 44,-7-10 62,14-3 118,-8-12 94,31-21-133,-15-4 22,21-20 11,-31-1-40,-8-1 57,-10-2 325,-13-10-454,-8 14 5,-9-6 119,-13 19-35,-6 1-27,-10 1-29,-4 0-21,2-1-1,-1 1 28,3 1-33,5 1-6,1 5-34,4 1-11,5 8-156,3 3-309,6 5 264,0 2 94,-1 5 29,3 1-78,-2 2 16,4-1 123,0-3 146,0-2 325,0 0-73,-1-2-78,-3 0-180,-4 1-67,-1 0 28,-4 0 40,1 1-68,1-1-5,3 0 33,3-1-34,1 0 1,2 0 0,-1 0-1,0 0-5,-2 0-39,-1 2 33,-5 2-44,1 1-6,-9 8 50,6-3 1,-4 3-68,10-3-112,1-3-22,4 1-28,1 9 106,2 0-67,6 10 11,5 0-28,5 0-79,2 1-1141,23 10 1433,-12-16 0,5 3 0,-22-20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19.0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1062 7431,'-17'-11'2100,"4"2"-1680,13 9-22,0 0-471,-2-3 73,2 2 50,-2-3-50,0 4-369,2 0 369,-2-5 129,9-4-29,10-12-38,15-10-51,18-13 28,16-16-3,-25 25 1,1-2-20,5-4 0,2-2-359,2-2 1,4-3 240,-1 3 0,4-5 0,0 2-420,15-13 1,1 0 118,-14 11 1,3-1-1,-5 2 402,9-7 0,-8 6 0,7-5 0,-25 16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0.4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1388 7302,'5'6'1837,"-1"-1"-1288,-4-5 896,0 0-1552,1 3 57,0 8 44,0 10-33,-1 9 39,4 11-33,2 5 27,3 5-44,4 3 10,2-1-27,2-2-11,4-4-118,1-9-67,5-8 106,1-10 157,4-7 67,3-7 23,3-3 10,7-3-16,1-6 6,2-8-28,-2-9 27,-3-7 51,3-20-101,-17 10-33,1-16 61,-18 16-33,-7 0-34,-1 1-101,-4 3 39,-10 2-61,-26-9 118,-1 12-102,-21-4 12,13 17-28,-1 10-90,-2 3 140,1 5 62,-1 5 11,3 1 50,6 5 68,0 0 22,16-4 78,6-2-50,13-5 297,4 0-426,2-9-39,7-4-5,5-14-1,10-3 1,1-6 5,5 2-6,-4 0-39,2 2-5,-3 4-57,-3 2-94,-4 5-79,-6 6 67,-4 6 17,-3 5-6,-2 2 158,-2 2 10,3-3 45,0-1-5,7-6-1,4-1-5,4-4 6,7-4 33,2-3-33,4-6 27,2-3 7,2-6-24,15-24 35,-12 7 22,7-19 22,-22 16 252,-11-1-11,-5-24-325,-13 20-11,-9-19 6,-9 26-1,-7-2-5,-2 1 68,-19-17-18,15 22 264,-14-7-314,31 37-34,2 8-151,15 11 112,0 14 57,2 16 10,2 26-557,10 27 563,-2-31 0,3 1 0,4 5 0,4 1-20,4 1 1,2-1 19,2 1 0,3-1-381,3-4 0,3-1 361,1 0 0,1-3-95,2-1 1,-1 0-477,3 6 0,0 3 591,7 17 0,-5-2 0,7 10 0,-28-37 0,0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1.42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49 752 6865,'7'17'638,"-2"-4"-571,-5-13 281,0 0-248,0-60-55,0 37-45,0-50 0,0 52-11,0-1-34,0 1 34,-2-1 5,0 1 1,-3-2-1,1 1 6,-2-9 6,4 8-6,0-4 0,2 12 0,0 3 39,0 3 84,0 3 392,0-1-268,0 1-73,-1-1-51,-1-1 292,-4-4-230,2 1-79,0-2-33,1 4 72,2 2 46,0 1-51,1 2-45,0 2 118,-2 2-28,0-1-40,0 0 23,-1-2-22,2 1-45,-2 0-1,2-2-10,0 4-45,1-3-45,0-1 0,0-2 5,0-3 7,0-9-12,0 3 0,0-10 0,0 7 0,0-2 0,0 1-40,3 2-21,3 0-96,9 2-22,4 0-941,29-7 73,-9 12 1047,22-3 0,-37 13 0,-2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3.2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44 687 7778,'16'15'2145,"-4"-3"-1770,-12-12 1221,0 0-1439,-31-41-157,22 30-56,-21-31-56,28 42 0,2 0 95,0 16-22,5 7-11,6 22 44,12 10 1,6 6-7,6 1-66,1 0-6,22 16-78,-12-25 27,-6-15 1,2-7 134,9-9 84,15-1 39,-17-20-11,-4-6-28,0-9-11,-5-11-12,-5-11 7,-8-2-63,-5-2 34,-8 4-27,-4 4-7,-2 4 1,-2 7-1,-2 5 1,-1 4-6,2 0-11,2 3-68,3-3-10,4 4-23,19-5 106,1 7 6,20-6 0,-3 4 0,10-9 6,6-3 44,7-12-11,0-8-22,-1-7 17,-9-6 78,-7 0-6,-16 1 113,-9-34-219,-20 32-157,-19-25 157,-19 40-79,-21 3-5,-9 2-173,-10 3-18,-6 2 113,2 5 0,1 3 122,8 6 40,10 2-11,14 2-45,12 1-773,14 4-95,6 3 487,8 3-330,18 5 767,19 15 0,-12-11 0,4 10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3.5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19 7341,'19'9'2274,"-3"-2"-1708,-16-7 386,0 0-409,0-10 51,-2 5-174,-1-7-106,-3 8-118,0 2-157,2 1-39,2 1-297,2 0 258,2 11 28,12 4-51,8 13-95,15 0-134,8 3-488,6-1-61,6-4-336,3-3-68,12-11-3127,0-6 4371,1-19 0,-33 10 0,-13-11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3.7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71 9257,'-6'-7'1204,"2"0"-1204,4 7-1950,0 0 892,3-10 476,18 3 582,9-15 0,-4 15 0,-5-3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4.3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153 327 8046,'9'13'896,"-1"-3"-940,-8-10-52,0 0 130,6 67-28,3-36 44,6 55-44,-2-52-1,-2-4 1,-2-2 33,-3-4-28,0-4 34,-2-2 1,-2-5-7,-1 0-6,1-3 12,-2-1 56,2-3 162,-2-2 230,0-1-353,0-2-106,-10 0 5,-4-1 185,-12 0 190,-16-5-279,10-4-135,-21-24 156,27 4 24,-6-15-147,20 8-22,5-1-11,5-8-11,12-4-22,11-9 27,17-6 6,10-4 6,6-4 50,1 8-51,1 5-5,2 18-45,3 18 12,3 11 22,5 20-1,3 16 12,-19 5 0,1 4 0,24 25-168,-16-13 0,-2-1-240,3 2-332,14 2-190,-23-27-520,-4-6 1450,-1-10 0,-23-1 0,-9-4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5.3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217 48 9246,'-4'-12'2732,"2"3"-2277,2 9-371,0 0-241,-22-27 151,16 31 6,-12-7 0,32 45 0,13 22-5,15 8-1,10 9-22,-23-39 0,1 0 28,29 38 17,-1 0 22,-9-8-33,-6-6-6,-9-6 0,-8-11-62,-5-9-79,-8-12 24,-4-10 78,-3-10 78,-4-1-39,0-7-6,-2 2-425,-5 0-118,-10 3 40,-12 7 234,-14 6 46,-8 9 128,7 0 0,-1 3 95,-25 24-11,23-14 1,0 2 5,-19 33 8,21-16 0,2 2 0,12-14 0,1-1-42,-6 11 1,5-2-191,8 7-68,11-18-78,8-15 325,17-15 56,11-8 263,26-14-27,14-16-113,19-20-101,-40 15 1,1-3-1,3-3 1,-1-1-4,-1-1 1,-1 0-18,-2 1 1,-1 0 14,-6 2 0,-1-1 33,24-25 6,-13 4-22,-15 8 39,-5-6-17,-16 18 235,-1-3 56,-10 22-128,0 5-219,0 5-17,0 5-140,0 1-61,2 1 89,3 0 78,5 0 51,7 0 56,20 1 0,-3 0 6,19 0 28,-8-1-1,8-8 1,8-16-51,8-15-28,4-20 34,-1-5 61,-6-5 90,-30 25 0,-4-1-11,8-22 22,-4-12-44,-28 28-163,-5 6 28,-11 0-62,-11 7 23,-17 4-140,-11 11-62,-13 10 3,11 18 0,-2 5 137,-29 20 50,26-5 1,3 4-11,-15 29-18,11 1-481,14-6-162,13-8 10,14-10-178,8-7 72,14-9 790,28-4 0,-20-9 0,18-3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3:05:26.0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48 767 7962,'5'13'2656,"-2"-3"-2012,-3-10-62,0 0-543,-25-14-39,19 11-56,-19-10-39,25 13 22,0 0 68,12 8-29,4 3 34,14 7 11,5 1 23,5-3 11,7-5 11,4-6-6,2-3 6,1-9 11,-4-6-5,-5-10 11,-8-5-29,-7-3-38,-5 0 89,-2-17-44,-10 13-51,0-11 0,-12 20 67,-1 4-5,0 4-12,0 7-50,-1 4 0,0 5-431,-1 0 431,7 2 0,3 0 5,7 0 68,6 0 61,4 0 57,5-6-95,0-8 49,4-9 40,21-49-146,-19 23-28,12-37 23,-31 37-34,-9 2-39,-7 6-163,-21 5-27,-14 8 111,-24 5 33,-10 8 80,-1 8-29,7 3-1892,10 4 772,26 7-722,14 3 1876,27 0 0,-5-1 0,3-7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28.4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307 129 6613,'16'14'1405,"-4"-11"-867,-12-15-152,0-4 18,0-2 28,0 6-113,0-2-17,0 2-100,0 1-107,0 2 17,0 3 62,0 0-29,0 3 74,0-1-1,0-2 0,0 2-22,0-1-67,0 1-84,0 2-387,0 0 236,-1 2 67,-3 5 33,-4 10 1,-3 12-1,-4 12 6,-2 12 0,-5 9 0,-3 10 3,5-8 0,0 3-578,4-13 1,-1 2 579,-4 18 1,0 1-6,7-19 0,0-2-28,-4 10 0,1-1-803,-4 20 797,0 5-203,13-51 231,6-9 1,1-7-102,1-6 970,0-5-868,1-3 907,12-3-863,8 0 0,18-2-39,15 0-45,14 0-156,15-2-169,10-3-280,5-3 167,-50 3 0,4 0-1248,22-1 1,1 0 1730,22-1 0,-43 3 0,-7 1 0,-17 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28.8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105 110 7626,'-12'-19'2062,"2"4"-1508,10 15 1182,0 0-1590,-8-34-146,4 26-39,-4-26-68,4 34 18,1 0 83,-3 9-50,-4 8 17,1 13 28,-2 10-90,3 4-168,1-1-308,4 0 12,2-3-326,1-3-375,7-6-923,3-9 2189,8-10 0,-7-7 0,-1-5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29.0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15 8175,'-3'-8'-493,"0"1"-206,3 7 370,0 0 0,0 0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29.9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148 79 8422,'-5'-2'257,"1"1"438,4 1-605,-40 55 11,25-33-28,-31 42-34,36-47-39,1-5 0,3 0-6,2-5 6,1 1 6,1-2-6,0 0 0,0-2 0,2-3 285,0-1-285,7-5-61,5-8-40,9-10-101,6-9 113,4-2 83,1-2-5,0 4 5,-7 6 1,-3 3-1,-9 12-27,-2 2-7,-3 7 1,-1 0-11,1 2 50,-1 0 0,1 0 39,1 0 28,2 5 34,3 5 39,2 5-84,3 4-50,4 0 44,17 3 0,-7-6-44,16-1 50,-9-8-45,23-5-5,-13 0 33,12-2-33,-24-2-1,-7-3 51,-6-5-22,-6-3-34,-6-2-6,-4-10 1,-5 7-1,-1-7-33,-3 10 33,0 2-67,0 1-44,-3 3-85,-3 3-16,-5 3 162,-4 1 50,-4 2-50,-5 5 56,-3 8 6,-5 10-1,-11 21-5,11-9 0,-4 9 6,22-20 56,7-3 66,6-6 18,1-6-420,1-1 548,5-6-548,-3-1 274,2-1 128,-5 0 175,32 4-303,56-4-827,-28 2 1,7 0 554,21-2 1,-2 0 0,8 0 0,-19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0.5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296 146 6831,'13'16'1406,"-2"-8"-1233,-7-16-61,-2-3-5,1-1 22,-1 1 117,0 0 292,0-2-202,-2 1-67,0-3-84,0 4-118,0-4-28,-3 4 129,-15-7-162,4 8 56,-15 0-62,8 8-68,-23 14 68,7 3 40,-14 13-40,16 0-84,-2 10 84,14-10-140,4 9 140,15-21 44,21 7 18,4-12-34,21-2-22,4-6-6,5-3 0,-2 0 0,-2-3 0,-9-5 5,-5-5 1,-6-2 44,-1-7-50,-12 7 56,-2-3 107,-10 9 27,-2 1-67,0 3-78,0 3-381,0 0 297,0 7-180,0 3-89,7 7 112,4 0-117,12 1-567,19-5-2295,3-2 3175,13-5 0,-27-1 0,-7-3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0.9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83 8797,'5'3'2078,"-2"0"-1764,-3-6-314,0 16 39,3 5-28,1 20 40,4 3-46,-1 1 34,1-3-33,-1-8 0,-1-5-1,0-9-5,-3-2 0,0-7 0,0-1 67,-3-5 269,4-1 197,-4-1-130,3 0-190,5-13-151,2-5-186,26-41-105,3 8-158,29-20-173,-23 42 0,4 3-451,1 2 0,2 2 1011,11 1 0,-3 3 0,6-1 0,-16 7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1.7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372 51 9632,'13'4'1624,"-3"-2"-1109,-10-2 247,0 0-627,3-25-90,-2 19-45,3-19-40,-4 25-576,0 0 521,0 13 61,-4 12 34,-3 23 0,-8 19-587,-8 18 589,10-34 1,-2 1 0,-3 7 0,-1 1-1,-1 4 1,-1 2-3,-2 2 0,0 0-476,-1 1 1,0-1 478,1-3 0,1-1-3,2-4 0,0 0 0,3-9 0,2 0 0,-5 40-6,8-15-28,7-9 508,5-14-525,5-8 51,8-11 151,14-10 51,14-7-96,19-10-109,2-4 1,7-2-833,-12-3 1,2-1 445,27-2 0,2-1-199,-21-1 0,2-2-840,5-2 0,6-2 0,-5 1 1428,2 0 0,-2 0 0,11-2 0,-10 2 0,-24 2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2.8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576 195 8416,'4'9'1345,"0"-2"-1099,-4-7-83,0 0 111,-10-18-128,2 5 156,-8-18-67,3 12-145,-2-3-90,-2 3-84,-4 0 11,-1 4 73,-6 5 0,-5 5-28,-7 3 28,-6 2 0,-7 2 6,-1 7-12,-1 6-28,6 8 29,7 3-281,9 6-27,16-10 184,6 2 129,16-11 162,36-1-151,3-5-5,34 0 0,-9-7 27,0-3-22,-1-8 34,-9-7-39,-8-5 139,-12 1 1,-11 1 257,-7 2-156,-12 7-158,-4 3-162,-5 8-352,0 1 307,7 6 57,0 3 55,11 6 0,1 0 1,11-3-1,5-2-5,11-5-23,6-2 29,7-3 5,0 0 5,0-8 1,-6-6 0,-4-8-1,-7 0 1,-7 0-6,-1-1 11,-16 9 73,0 0-84,-16 12-112,-1 0 39,-1 2 68,0 3 5,4 7 0,1 5 0,8 6 5,4 0 1,8-4 5,17-1-5,-7-9 33,14 0-28,-15-7-5,3 0-1,-4-5 51,-1-5 67,-8-5 225,-3-4-46,-8 0 124,-4-5-298,-5 7-9,-2-1-91,-2 11-28,0 3-236,0 3 34,0 9 197,0 17 5,-5 23 0,-5 27 11,-7 18 5,8-42 1,-1 5-12,-2 7 1,0 7 0,0-6-1035,3-3 0,-1-1 760,-5 29 0,0-6-1301,4-14 40,0-15 1530,3-13 0,3-20 0,3-11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3.3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224 1 8808,'2'20'1530,"-2"-4"-1222,0-16-185,0 0-118,-3-2 35,-8 2-35,-6 5-5,-10 10 67,-3 10-27,-2 9-40,2 2-45,3 1 45,7-2 5,5-2-5,7-4 0,3-3 0,5-4 6,0-3 0,6-4 55,9-4 23,11-3-28,7-4 90,48-8-107,-32-7 11,32-10-44,-48-6 28,-7-4 16,-9-3-50,-6-2-28,-7-2-185,-3 1-84,-11 3-16,-9 3 212,-17 9 28,-11 8-145,-6 7 33,1 6-521,6 2-140,15 15-520,9 3 1366,15 11 0,3-14 0,4-4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4.1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139 1049 9442,'19'-8'2788,"-4"2"-2686,-15 6 27,0 0-129,-31-29 0,21 22-56,-27-21 56,29 29-34,-7 12 34,-2 5 0,-2 13-11,2 2-51,6 2 17,5-1 45,4-3 5,6-3 80,8-6 10,11-3 0,13-4-22,11-5-22,4-5-12,9-3-34,1-4 1,1-10-6,0-6-101,-4-12-28,-1-4 57,-8-3-1,-6-5 16,-9-1 1,-9-1 56,-9 0 6,-8 4-6,-5-1 5,-3 6 35,0 7-1,0 6 6,0 8 73,0 5-1,2 2-117,5 1-72,26-10-68,8 3-29,29-10 46,4 4 33,6-5-199,3-3 289,-8-3 0,-7-5 11,-12-5 23,-11-7-29,-11-5 1,-10-7-1,-10-1 85,-7-2 39,-6 3-33,-1 6 49,0-5 184,0 24-256,0 0-73,0 25-68,0 5-72,0 3-73,-10 26 213,-2 15 39,-14 36-1718,12-29 0,0 3 1682,-3 5 0,0 1 25,-1 3 0,0 1-543,-1 0 0,0-1 518,3-4 0,0 3-206,-3 11 0,3 0-564,-1 27 195,8-39 1,2-4-835,6 3-1517,6-11 2923,6-14 0,-3-15 0,2-9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4.3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 28 11138,'-20'-15'2000,"3"3"-1675,17 12 285,0 0-1674,186 0-2865,-114 6 0,6 1 3929,-5-3 0,12-1 0,-1 1 0,-13 0 0,-2 4 0,-9 1 0,-9-4 0,0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38.5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3362 60 6915,'-15'-6'1669,"2"1"-1271,13 5-17,0 0 62,0-3 83,0-1-123,0-2-151,0-1-50,0 3-62,0-2 22,0 2 45,0 1-83,0-1-68,-2 0-51,0 2-5,-3 0-45,-1 2 17,-3 0 28,-3 0 79,-21 0-79,-2 0-34,-23 5 29,-3 8-37,6 5 0,-4 2-1113,8-1 1,-3 2 1154,-20 6 0,-4 2-3,7-1 1,-1 0-18,-14 6 1,-4 3 5,18-7 1,-3 1 0,-2 2-23,-7 4 1,-2 2 0,-1 0-2,18-7 1,0 0 0,-1 0-1,1 1-49,-20 11 0,1 2 1,1-1-5,6 0 1,1-1-1,3 1-24,6-3 0,3 0 0,2-1-82,6-3 0,3-1 0,1-1-14,-17 11 0,3-4 73,9-6 0,3-3 75,4-5 1,1-2 44,3-2 0,1-1-158,0-2 1,1-1 73,-35 16 95,10-5-5,37-17 2147,10-3-2579,26-12 443,29-20 0,-20 15 0,19-15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55.1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1 140 6238,'18'6'1204,"-4"-1"-1003,-14-5-89,0 0-50,0-15-17,0 8 27,2-13 85,-2 14 34,3-1-63,-2 3-55,1-3-17,-2 3 6,1-3-57,3 3-5,0-3 0,3 2 0,-3 0-5,3 1 5,-1-1 5,2-1 7,6-7-7,-5 5 96,4-3-51,-8 7-44,-3 2 5,2 2-5,-4 0 3949,2 0-4039,-1 0 78,5 0 6,5 0 0,8 0 0,6 0 0,1 4-5,4 3-1,-2 7 6,4 4 0,0 7-6,5 1 6,2 8 0,5 0 0,3 4 0,8 3 0,1-1-3,-10-9 1,2 1-1493,27 17 1492,-24-16 1,0 0-38,24 19 1,4 3 28,0 5 8,-37-29 0,1 0-17,-1 2 1,1 0 16,0-1 1,0 0-15,0 1 0,0 0-1435,1-1 0,-1 0 1424,-2-1 0,1 2 19,14 10 1,-1-1 8,-15-11 0,1-1-3,10 8 0,-1-4 3,16 4 0,0-5-11,-4-4 5,-4-3-27,-3 0 27,-8-5 6,-6 1 985,11 5-991,-16-6-5,11 6 11,-17-8-6,-1 0 0,-3-2 6,-5 0 3387,-1-4-3387,4 5 0,-6-7 0,8 3 0,-8-6 0,15 3 0,-6-5 0,11 5 0,-11-7 0,-1 1 5,-2-1 35,-1 0-34,1 0-6,-1 1 0,3-1 5,9 7-5,-8-6 11,9 4 29,-13-6-7,3 1-33,-2 1 0,1 0 6,-4 2-6,-4-3 0,-6 0 0,-4-3 0,-3-1 5,-2 0-873,-2 0-1008,0 9-23,-4 1 1899,0 4 0,0-5 0,1-5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58.7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232 894 7755,'-16'-16'2336,"-1"3"-2056,12 11-123,-4-2 22,2-1-28,-1-3 68,2 1 106,2 1-12,1 0-94,1 1-102,-2-1-55,0 0-51,1-1-5,-1 3 10,-2-2-10,2 3-6,-4-3 11,1 2 28,-4-5 12,-2-2-17,1-1 56,-2-4 16,2 2 112,1-3-50,-2-3-5,2-5-6,1-6-23,5-4-106,3-6-78,30-32 16,16 11 31,1 14 0,10 1-17,13 7 1,9 5-1127,-12 8 1,4 0-1,3 2 1116,9 0 0,4 1 1,1 3-584,5 1 0,1 3 0,0 3 319,-7 2 1,0 2 0,-3 2-187,-8 2 1,-2 2-1,-4 2-604,14 0 0,-8 2 1018,26 0 0,-50 0 1,-30 0-1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59.1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10388,'5'12'2313,"0"-2"-2044,-5-10-566,0 0 264,-4 7 33,3 26 0,5 20 5,6 32-5,5 8 0,2 3-95,-4-4-168,-1-5-1003,-3-5-369,-5 2-2884,-1-7 4519,-8-7 0,4-33 0,-4-15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0:59.6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5 159 8310,'-3'-17'78,"1"4"-78,2 13 157,0 0 5,0 15-16,3-8 5,5 14 46,4-13 10,8 1 11,4-2-50,10 1-67,9-4-56,8-1-34,6-3-5,5 0 5,-3-1-11,-1-6 11,-9-7-11,-8-5-5,-10-5-85,-11-1-50,-10 0-78,-5 1 10,-9 3 68,-10 3-79,-9 3 130,-15 5 89,-4 5 0,-6 3 0,-3 2 0,-2 2 39,-3 6 56,4 8 63,2 8-102,8 6-17,8 4-39,13 1 5,11 2 102,6-1 89,8 0 173,41 9-279,5-14-90,-3-11 0,4-4-347,45 2 72,-43-10 1,3-2-149,9-2 0,4-2 158,19 1 1,-3-1-1,10-2 1,-44 0 0,0 0-1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0.0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432 30 8836,'-1'-13'2386,"-1"2"-1954,2 11-248,0 0-184,-20-5 0,3 7 0,-22 9-11,3 14 11,-9 18-5,-3 5-74,-3 5-139,6-3-180,2-2-134,9-5-397,6-7 149,14-6-787,5-8 1567,9-8 0,0-7 0,0-6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0.3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 6 8483,'-12'-3'1569,"4"1"-1121,8 2 297,0 0-745,1 5 89,11 11 18,11 16-34,19 14-73,11 12-51,11 1-374,5 1-281,5-3-650,8-3-2210,-7-8 3566,-2-7 0,-35-19 0,-13-9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0.6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119 126 9822,'3'1'2762,"-1"0"-2342,-2-1-549,-17-60-73,10 45 197,-14-37-1,14 74 1,-1 21 5,0 23-6,3 19-61,1-36 0,1 2-60,0 3 1,1 1-118,-1 3 1,-1-1-194,2 1 0,0-1-118,-1-1 1,1-1-82,-1 3 0,0 0-786,1-7 1,0-2 1421,-5 43 0,4-45 0,0-19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0.8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12 148 10192,'-6'-15'1562,"1"4"-1517,60-21-34,4 14-11,-1-3 0,5 1-36,-3 9 0,1 5-1274,5 1 0,2 2 596,7 0 0,0 1-2028,-6 2 0,-2 0 2742,-1 0 0,-6 0 0,5 0 0,-25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1.3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 78 8455,'1'15'2958,"0"-3"-2376,-1-12 567,0 0-1435,-5-8 96,4 9 128,-4 7 51,5 19 11,0 18 0,5 7-45,4 6 45,7-3-39,2-1-101,1-8 11,0-5 73,0-11-23,-2-7 1,0-9 78,-4-6 151,0-4 6,2-3-61,0-6-1,21-31 6,-8-1-45,15-31-56,-11 8-54,-6 15 1,0 0-216,14-22-185,13-14-587,-16 36-494,4 12-689,0 10 2224,0 11 0,-19 7 0,-7 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1.6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7 8086,'19'17'3624,"-3"-3"-3300,-16-14 170,0 0-326,-1-16-168,-2 11-135,-4-11 135,-2 26-5,-5 12-141,-2 18-207,0 13-224,3 6-381,5-1-27,5-3-237,3-4-810,10-10 2032,3-10 0,-1-14 0,-2-11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1.8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6876,'0'0'0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2.7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64 23 8853,'-6'-4'180,"1"0"-248,5 4 181,0 0-108,-24 50 62,19-29-11,-19 42 34,28-41-90,8 3-17,9-1-89,12-1 27,2-6 74,3-6 5,-4-5 45,0-5-40,-7-1-5,0-6 0,-6-8-33,3-7-103,-6-5-60,-3-2-173,-8-1-3292,-3-1 3426,-8 2 201,-25-3 45,5 12 1,-36 3-1,28 13 106,-11 3-44,18 8-67,3 4 3419,5 11-3352,4 15 56,7-7 89,2 11 23,11-12-67,6-2-28,12-2 61,6-3-44,4-4-34,4-4-17,5-4-62,5-3 0,2-5 12,21-1-28,-19-10-29,10-4 6,-29-9 1,-6-2-7,-2-4-5,-10 8 0,-3 1-112,-10 11-241,-3 5 118,0 0 241,0 14-1,0 1-5,0 11 68,2-2 44,6 1 196,11 0 39,12-3-106,12-1-96,11-4-55,10-3-40,12-7-11,5-1-383,0-4 445,-4 0 44,-12-5 292,-15-5 218,-13-17-571,-19 0-84,-6-11-5,-12 4 5,-7-4 0,-3-3 33,-8 1-21,-2-1-12,2 8-34,3 5 166,3 10-788,5 6-1477,1 7 1062,4 3 388,-1 2-795,2 4 1478,0-2 0,1 2 0,0-3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3.5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9 469 7610,'-5'-4'2156,"1"2"-868,4 2-918,0-19 78,0 11-118,0-12-111,0 14-168,0 2-51,0 2-729,0 1 724,0 11-1,0 2 0,0 12 1,3 1-62,5 3-40,4-1-27,3 1 67,0-5 61,1-3-44,2-6 50,2-5 67,4-4 22,3-3-27,8 0-6,1-2-22,7-8 33,1-6 6,-1-11 55,12-25-49,-16 8-74,8-20 51,-20 13-56,-5-3-28,-5-3-168,-9 0 51,-3 2-18,-7 6 40,-6 6-112,-11 2-661,3 18-1126,1 4 555,11 15 1467,4 2 0,0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5.0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261 118 7207,'-19'-13'2212,"4"3"-1736,15 10 219,0 0-298,0-24-50,0 15-5,0-18 22,0 19-89,-2 1-12,1-1-100,0 2-74,1 2-16,0 3-174,0 1-106,-5 0 157,0 13 50,-6 12 0,2 24 5,-3 19-395,1 13 390,-2 15-17,7-45 0,-1 0-70,-1 2 0,-1 1-67,0 0 0,-1 0 28,0-4 0,-1 0-82,-11 42-293,1-17 423,4-16 39,2-17 39,9-15 45,1-11 385,5-8 23,5-5-346,16-3-62,19-6-40,28-4 29,17-9-32,-35 8 1,2 1 0,1-1 0,2 1-3,-1-1 0,3 2-247,20-1 1,0 2-5,-20 3 1,1 0-439,19 1 0,-1 2-1031,20 2 1720,-6 0 0,-42 0 0,-18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5.3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 1 7682,'8'21'3193,"-1"-5"-2448,-7-16-308,0 0-577,-7-16-6,2 12 141,-4-13 5,2 27 0,1 6 28,-1 15-28,-1 9-286,2 6-408,2 4-214,3-2-22,1-1-789,0-9 1719,0-10 0,0-13 0,0-8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5.4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7251,'16'8'-380,"-3"-1"1,-13-7 0,0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6.6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104 0 8679,'3'3'263,"-1"0"-268,-2-3 5,-27 68 5,16-35 63,-22 54-28,21-58-35,3-2-5,1-7-5,3-4-1,3-3 6,0-5 45,2-2 280,0-5 223,9-1-464,6-1-117,40-25-23,-6 5-79,26-23 51,-20 14 23,-2 0 50,-6 7-45,-9 4-51,-9 10-44,-8 3 39,-6 5-90,3 9 146,-4 6 50,5 9 0,-1 5 6,4 2 57,10 2 150,10 2-11,10-2-84,12-4-28,10-2-62,-19-14 1,1-3-23,29 5 3,-32-9 0,-2-1 8,10-2 28,-10-2-33,-8-2 50,-7-7-56,-8-5-112,3-18-17,-12 5-33,1-11 50,-11 11-292,-5-11 224,-1 12 1,-3-1-62,-6 16 96,-9 8 139,-15 1-27,-12 7 33,-13 11 0,-3 10 0,-6 11 61,3 3-61,10-2-61,11-3 49,18 6 136,14-16 77,24 3-78,21-15-27,62-5-91,-12-2-2,-26-5 0,1-1-3,27-5-6,-4-6 1,-7-5-29,-4-6 34,-10 1 0,-6-1 0,-12 2 235,-3-3-21,-21 12-321,-3-3-112,-18 12 124,-2 0 95,-8 2 78,-18 5-78,1 5 0,-9 5-39,16 2-17,6 0-11,7-4 67,3-1 56,3-3 39,7-3-11,6-2 17,8-3 62,7-1 0,1 0-18,1 0-61,0-3-45,-2-5 17,12-10 34,-14 3 218,6-3 168,-18 10 174,-5 3-650,-6 3-112,2 0 78,0 2 23,5 0 5,5 5-44,8 7-68,5 5-151,6 6-151,2-1-235,12-3-572,-1-2 1227,4-9 0,-23-3 0,-10-5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6.9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19 171 9649,'-10'-22'2385,"2"5"-2385,8 17-380,0 0 380,0 10 56,0 4-51,1 14 29,5 1-17,-2 3-17,3-6-17,-4-1-134,-2-7 5,-1-4 146,0-7 106,2-3 365,0-4-11,3 0-259,3-4-111,2-8-90,6-10-129,5-10-510,42-24-363,0 12-742,-8 17 0,12 0 1,-5 3 1743,-1 3 0,-2 3 0,14-4 0,-7 4 0,-14 6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7.9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49 7817,'12'17'868,"-3"-4"-812,-9-13 1574,0 0-1305,-3-31-185,2 21-101,-4-24-39,4 32 6,0 0-118,-1 2-543,2 0 240,-4 0 236,4 0-488,-2 0 0,2 10-301,0 5 968,0 6 0,0-7 0,0-6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8.5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245 33 8651,'0'13'2829,"0"-2"-2342,0-11-218,0 0-156,0-25-7,0 19-56,0-19-44,0 25-298,0 0 292,-5 8 0,-3 11-11,-9 17 11,-4 15 0,-4 13 0,-1 9 0,0 10-84,0 5-28,3 8 56,0 1 0,8 0-90,0-6 12,7-12 22,3-15 0,3-17-134,2-15 246,0-17 218,14-6-112,9-9-55,26-7-46,15-5-5,19-7-156,11-3-1318,-43 11 0,2 2 821,7 1 1,4 1 652,17 3 0,-2 1 0,10-1 0,6 4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09.55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770 173 8030,'3'5'2140,"-1"-2"-1418,-2-3-666,-13-53-50,1 31-1,-15-42 18,3 47-23,-10 4-34,-9 5-39,-12 5 17,-12 3-5,-11 12 5,-6 7 22,27 5 0,2 3-100,-25 15-202,-2 13-123,46-21 72,19-6 62,8-2 202,8-9 123,16 0 140,12-9-84,24-3-219,16-3 1,4-2-51,16-10 168,-15 4 0,-5-2 45,-10-17 0,-14-1 45,-9-1-39,-12 6 33,-7 3-39,-6 8-6,-5 5-178,-2 3-584,-2 2 768,0 8 140,0 4 12,0 11-147,5 0 163,18 11-22,4-12-23,22 3-84,2-16 6,47-5-39,-22-6-4,-25-2 1,-2-3 59,9-9 44,-16-6 23,-10 1 28,-15 2-157,-7 6-107,-6 4-313,-2 5-184,-2 2 576,0 2 84,3 4 5,3 1-10,4 5 273,3 1-83,2 1-112,2-1-79,3-2-44,3-1 67,-2-4-17,3-3-6,-5-1 1,2-3 61,-4-6 152,-2-5 189,-4-3-128,-3 2 0,-5 2-51,-1 5-274,-2 3-767,-2 20 767,-6 14 0,-5 26 11,-7 13-5,1 7-255,0 4 288,4-1-39,2-3-56,0-2-493,-4 5 549,-9 17 0,12-43 0,-2 1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0.7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228 862 7083,'19'12'639,"-3"-2"-259,-16-10-172,0 0-46,-48 55-16,21-19-65,-7 4 0,0 3-8,4 8-56,0 0-17,7-2 0,6-4-6,5-5 6,7-6 0,2-8 0,3-5 225,0-6 296,30-4-432,-9-5-83,27-3-6,-15-13-101,0-7-50,-2-12 22,-6-7-73,-7-3-45,-10-1 23,-3-3-33,-5 3 217,-3 4 46,-15 1 61,4 15-22,-10 1 22,15 14 140,3 2 214,5 1 27,1 2-448,3-3-73,10-1-67,11-2 68,18-1 72,11-1 5,9 2 1,4 1-1,-3 1 1,-5 2 11,-13 0-17,-11 2 0,-12 0-79,-12 0-252,-5 0 247,-5 2 84,0 12 101,-7 7-11,-1 15 6,-7 4 10,1 1-67,5-3-39,2-2 67,5-6-11,0-5 23,2-3 94,3-5 343,30 6-298,3-8-78,34 2-67,-4-12-23,-15-4 1,0-4 139,20-9 191,9-8-191,-44-8-106,-15-6-84,-7-2-56,-6-7-179,-5-4-465,-1-32 566,-2 14 66,0-24 68,0 26 0,0 0-33,0 4-12,0 5-28,5 5 34,5 4 33,7 5-44,15-14 50,-4 11 0,8-10-6,-8 10 1,0 2-286,14-26 39,-9 18 190,6-14 62,-17 25 498,-5 1-134,-9 13-5,-3 2-90,-5 17-404,0 1-72,0 4 207,-4 4 6,-6 17 184,-10 15 68,-10 28-113,-4 16-55,-4 12-71,20-44 1,0 0-17,1 1 0,1 0-3,-13 42-1318,3-5 881,5-10-610,-4 0 1013,-8 7 0,14-38 1,-3 0-1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0.9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84 9414,'-6'-4'2844,"1"1"-2675,5 3-427,0 0-739,112-34 48,-57 29 0,5 2 666,8-8 0,7-2 0,-8 3 0,-10 9 0,-8 2 1,28-1-1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4.9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2157 0 5692,'9'18'4212,"-1"-7"-3174,-10-13-1026,-4-4 256,2 4-268,-3 0 135,0 2-135,-3 0 414,-8 0-431,-9 0-22,-39 19-34,5 2 73,15 0 0,-1 2-268,-35 26 198,13-3 0,-3 4-31,12-9 0,-1 1-45,6-3 1,-4 3-1,2-1-1493,-12 9 1,1 0 1349,-6 3 1,-1 1-54,-3 1 1,-2 0 133,0 0 1,-2-1-59,1-2 0,0-1 19,4-2 1,0 0-143,-3 4 0,2-1 389,7-4 0,5-3 0,21-12 0,4-4 0,-14 11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6.1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242 6 6602,'21'3'1635,"-4"0"-1254,-17-3 5,0 0-268,-5-5-6,4 4 56,-4-4-56,3 5-106,2 0-6,-4 0-67,0 0 11,-3 0-112,-3 0-365,-11 0 141,7 1-140,-7 3 202,11 0 162,3 3 112,1-4 50,1 2 6,1-5 0,-3 2 0,-1-2-50,-5 0 44,3 0 12,-4 0-6,4 0 168,-1 0 56,-1 0 11,-1 0-34,2-3-44,-2-1-6,3-2 286,1 0-162,3 4 129,2-1 88,3 2 578,1 0-863,-2 1-207,10 1 146,9 13 50,24 15 89,21 22-209,-21-19 0,5 5-4,6 6 1,6 4 0,-2 0-1741,12 11 0,1 1 1668,-6-4 0,4 2 0,-5-1-107,9 10 1,-4 0-169,2 2 1,-1 1-1487,0 2 0,-1 3 1225,-22-22 0,-2 2 0,-1 0-903,17 21 0,-5 0 1424,-7 0 0,-6-5 0,5 6 0,-22-28 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7.3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72 74 8713,'2'7'1899,"0"-2"-1591,-2-5-28,0 0 67,0-16-67,0 8-17,0-13-49,-2 14-63,-1-2-28,-2 1 0,0 0-72,1 3-40,1 3 34,0 0-40,2 2-5,-1 0-61,2 0-40,-4 0 62,1 2-12,-3 15 18,-2 12-118,1 24-102,-1 14 1,2 11-134,3 9-191,1-2-11,2-3-342,0-1-1128,0-12 2058,0-9 0,0-29 0,0-12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7.9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 51 8679,'-2'-22'1810,"0"5"-1810,2 17-751,0 0 791,52-7 27,-9 5-62,52-1-273,-23 12 268,2 5 0,-7 6-5,-8 3-51,-9 2-252,-12 3-56,-8 2 139,-15 4 225,-6 3 95,-19 25-38,-9-12-51,-16 15 33,-6-18-34,2-3-5,2-3 0,9-3-5,7-5-80,6 1 269,8-4-195,3 22 11,2-12 5,11 20-5,5-13 12,9 4 32,5 3-44,-3-1-123,-3 0 28,-5-4 45,-8-4-135,-3 25 179,-16-29-5,-10 19 5,-19-37 1,-12-4 5,-11-5 0,-6-6 0,-2-2 0,9-5 0,14-1-73,20 0-420,25-5-391,26-6 884,21-10 0,-15 8 0,-1-1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8.6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84 762 7033,'4'11'1215,"-1"-2"-1103,-3-9-73,0 0 6,-7 9-11,-1 8-23,-10 11-6,2 12-5,-3 0-28,8 0-61,3-5 44,5-5 84,13 1 68,7-10 77,19-3-55,9-13 39,39-3-100,-19-10-29,-10-5 1,-3-5 16,3-14 11,2-19-17,-34 10-50,-14-4 17,-6-3 17,-10 1 22,-6 2 145,-18-6-89,7 17-56,-4-1-56,20 21-168,3 5-162,5 5 184,5 1 146,9-1 6,13-2 33,14-1-33,9-4 27,8-1-27,-1-4 33,1-5-5,-9-2 44,-6-8 34,-9-3-11,-7-8 16,-4-30-27,-8 17-34,-3-23 101,-8 29 173,-3 4 34,-1 9 241,0 6-482,0 14-123,0 6-50,0 8-353,0 2 403,-6 17 39,-3 12-34,-6 28-5,0 16-5,2 14 5,2 11-356,6-48 1,0 0 235,3 2 0,0-1-351,-3 47-106,5-35 0,0-2-145,-3 23-46,2 13-408,0-53 1176,1-13 0,0-15 0,0-10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8.9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1 8035,'3'10'3154,"-2"-1"-3014,-1-9-364,0 0 252,-7 25-28,-1 19 50,-10 36-47,8-31 0,1 2-311,-2 3 1,1 1 307,-1 2 0,1 0-118,3-1 1,0 0-93,1-3 0,1-2-445,2 47-236,1-15-201,2-7-723,0-16 1815,3-14 0,-2-23 0,3-11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19.9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47 59 8500,'-26'-10'-437,"6"1"605,20 9-117,0 0 5,68-11-51,-19 8-2,5-3 0,4 0 2,17 6 1,3 0 5,-5 0 6,20 0-23,-15 8 1,-6 3-107,-27 9-39,-27 3 134,-8 3 17,-5 4 33,0 4-27,0 2-6,5 1 90,5-1 106,6-2-79,6-5-5,1-5-22,2-7-6,2-6 61,-2-4 75,5-4 4,1-2-40,4-1-44,1-5 6,1-8-73,-4-10 0,-4-11-12,-10-5-61,-9-5 0,-8-1-5,-5 2-1,-10 5-44,-11 6-62,-15 9 72,-15 10 35,-11 6-1,-3 5 1,-3 2-57,-3 12-50,28-4-146,4 8-33,30-8 185,5-5 106,4-1 269,12-2 11,7 0-90,40 0-190,-10 0 50,19 0-50,-24-3 6,-6 2-6,-3-2-6,-4 3 1,-2 0-34,-2 1-34,0 10 22,-2 8-38,1 11 38,20 48 51,-16-30-78,14 30 39,-27-49 33,-2-5 6,-11-13 235,-1-2 247,-5-7 952,0 0-1093,2-2-195,-2-9 22,3-6-39,1-15-78,5-8-51,6-9 0,11-2-6,9-4-44,36-13 44,-10 20 0,22-2-67,-24 31-537,10 11 173,-23 22 140,5 15 174,-28 18-101,2 10-839,13 15-467,4-3 1383,18 1 0,-30-32 0,-4-17 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20.6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153 197 10310,'20'-7'946,"-5"1"-940,-15 6 150,0 0-94,-10-35 95,4 22 22,-8-29 45,5 33 23,1-2-96,-1 3-61,0-3-34,1 3 56,-1-3 78,-1 3-72,2-1-34,1 1-28,1 3-56,3 1-34,1 2-190,-3 2 45,2 2-51,-11 35 102,5 2-2,-7 39-122,6-7-201,3 7 66,3-1-850,2-3 77,2-10 101,19-8 214,4-14 845,16-11 0,-16-15 0,-7-8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21.8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63 9335,'-10'-6'1456,"3"2"-924,7 4-151,0 0-454,38-24-5,-3 18-12,40-17-16,-8 23 27,5 8-61,2 5-11,-8 9-95,-13 3-309,-14 3 247,-18 2 264,-10 5 44,-10 3 5,-12 7 46,-6-3-7,-19 11-44,10-18-11,-2 5-28,16-18-45,7 4 11,1 4-16,4 8 89,4 7 123,21 39-84,2-14-36,-5-21 0,2-1 53,12 19-23,-1-4-27,-4-7-6,-5-6-311,-7-6 272,-8-5 39,-6-7 39,-5-4 34,-20-7-62,-40 3 28,-5-13-5,-25 1-23,28-10 39,7-2 208,15 0 235,9-2-171,17-3-384,7-8-44,26-3-219,44-18 207,8 8 82,-19 8 0,1 0-9,30-5 45,-4 1 0,-11 6 0,-11 5-6,-13 6-117,-11 3-157,-9 2-50,-7 0 117,-6 0 123,-4 8 90,0 5 0,1 9 6,2 4-1,3 5 1,2 1 5,13 10 45,-4-11 51,12 1 21,-10-13 326,28-8-292,-10-3 118,20-5-78,-17-6 11,-3-11 5,-7-8-39,-8-13-134,-9-5-39,-10-5 27,-5-6-16,-13-29-17,-8 17 22,-1 13 1,-3 2 33,-11 1-50,-4-2-6,17 32-84,8 8-45,5 3-67,3 4-28,2-1 84,2 2 140,7 0 73,8-3-1,9 0-10,12-5 95,0-6 100,5-7-16,-3-12-39,-3-9-101,1-12-79,-13 9 0,-1-2-16,13-26-6,-8 12 0,-2 1 73,-2 0-73,4-6-73,-22 43-280,-1 13-280,-6 8 521,0 16 112,0 16 45,0 27-34,-4 22-3403,0 19 3414,2-44 1,0 1-23,0 1 0,0 1-331,2-2 1,0-1 179,0 47-303,0-12-106,2-14-28,4-16-252,7-15 789,-3-19 51,6-11 2581,2-11-2581,19-22 0,-17 15 0,9-15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22.0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1 378 7352,'13'4'1652,"15"-95"-1293,-17 39-124,2-10 1,-1 1 391,-2 13-358,-3 14-269,-5 13-112,0 12-135,-2 6 130,0 3 117,0 8 128,0 14-16,0 23 0,0 22-56,0 19-44,2 11-132,-1-46 1,0 1 119,1-1 0,0-1-107,1 42-77,1-15-231,-2-15-212,1-15-40,0-10 667,4 0 0,-4-19 0,2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3-31T04:01:22.9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92 9324,'-6'-17'1406,"2"3"-1300,4 14-252,0 0-16,67-27 5,-16 20-121,4-6 1,3 0 271,25 13 131,1 0-125,-2 0 6,-5 0-6,-11 0 0,-10 0-95,-11 1-230,-9 8 11,-12 7 23,-4 7 123,-10 5 78,-1 0 90,-5 2 386,-2 2-380,0 0 61,1 3-67,1 1-34,9 0 34,4 2 51,8-6 44,6 0-6,5-6 281,17-7-168,-11-7-74,6-7-10,-17-7-34,-5-8-11,-4-10 44,-4-10-5,-7-8-112,-6-5 6,-3-4 33,-10-4-39,-10 2-162,-12 4-17,-28 2 139,12 20 40,-14 4-72,27 18-164,7 1 57,11 1 17,8 6-1,4 2-61,3 4 129,0-2 95,3 0 118,6 1 229,23 2-229,0-5-62,15 1 16,-11-6-16,-2 0-56,-5 0 0,-7-2-5,-7 1-432,-7 3 263,-5 1 34,-3 8 101,0 1 34,2 16 5,-2-10-52,2 10 52,-2-18 34,0-2 17,0-6 56,0-2 279,0-2 1305,0-2-1579,3 0-39,1-7-17,4-8-22,1-10-34,2-11-73,4 0-62,8-2-27,3 5 22,8 4-232,5 7 372,5 6 0,3 9 0,0 4-56,-2 6-62,-7 14-72,-6 11 139,-11 17 51,-8 6 68,-8 6-29,-3 3-39,-2 2-510,0-11 1,0 2-1133,0 26 1642,0-25 0,0-4 0,0-10 0,0-14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A9D07-7AA8-1D47-BA9E-13455FDBD3D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74641-364E-7F42-8F77-749A18981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0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74641-364E-7F42-8F77-749A189811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4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1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816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25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76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111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2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496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12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97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05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2" r:id="rId2"/>
    <p:sldLayoutId id="2147483741" r:id="rId3"/>
    <p:sldLayoutId id="2147483740" r:id="rId4"/>
    <p:sldLayoutId id="2147483739" r:id="rId5"/>
    <p:sldLayoutId id="2147483738" r:id="rId6"/>
    <p:sldLayoutId id="2147483737" r:id="rId7"/>
    <p:sldLayoutId id="2147483736" r:id="rId8"/>
    <p:sldLayoutId id="2147483735" r:id="rId9"/>
    <p:sldLayoutId id="2147483734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ngimg.com/download/2617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/3.0/" TargetMode="Externa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63" Type="http://schemas.openxmlformats.org/officeDocument/2006/relationships/customXml" Target="../ink/ink31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53" Type="http://schemas.openxmlformats.org/officeDocument/2006/relationships/customXml" Target="../ink/ink26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0.png"/><Relationship Id="rId134" Type="http://schemas.openxmlformats.org/officeDocument/2006/relationships/image" Target="../media/image68.png"/><Relationship Id="rId139" Type="http://schemas.openxmlformats.org/officeDocument/2006/relationships/customXml" Target="../ink/ink69.xml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150" Type="http://schemas.openxmlformats.org/officeDocument/2006/relationships/image" Target="../media/image76.png"/><Relationship Id="rId155" Type="http://schemas.openxmlformats.org/officeDocument/2006/relationships/customXml" Target="../ink/ink77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4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49" Type="http://schemas.openxmlformats.org/officeDocument/2006/relationships/customXml" Target="../ink/ink24.xml"/><Relationship Id="rId114" Type="http://schemas.openxmlformats.org/officeDocument/2006/relationships/image" Target="../media/image58.png"/><Relationship Id="rId119" Type="http://schemas.openxmlformats.org/officeDocument/2006/relationships/customXml" Target="../ink/ink59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79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4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9.png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52" Type="http://schemas.openxmlformats.org/officeDocument/2006/relationships/image" Target="../media/image77.png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26" Type="http://schemas.openxmlformats.org/officeDocument/2006/relationships/image" Target="../media/image64.png"/><Relationship Id="rId147" Type="http://schemas.openxmlformats.org/officeDocument/2006/relationships/customXml" Target="../ink/ink73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121" Type="http://schemas.openxmlformats.org/officeDocument/2006/relationships/customXml" Target="../ink/ink60.xml"/><Relationship Id="rId142" Type="http://schemas.openxmlformats.org/officeDocument/2006/relationships/image" Target="../media/image72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4.png"/><Relationship Id="rId67" Type="http://schemas.openxmlformats.org/officeDocument/2006/relationships/customXml" Target="../ink/ink33.xml"/><Relationship Id="rId116" Type="http://schemas.openxmlformats.org/officeDocument/2006/relationships/image" Target="../media/image59.png"/><Relationship Id="rId137" Type="http://schemas.openxmlformats.org/officeDocument/2006/relationships/customXml" Target="../ink/ink68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62" Type="http://schemas.openxmlformats.org/officeDocument/2006/relationships/image" Target="../media/image32.png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111" Type="http://schemas.openxmlformats.org/officeDocument/2006/relationships/customXml" Target="../ink/ink55.xml"/><Relationship Id="rId132" Type="http://schemas.openxmlformats.org/officeDocument/2006/relationships/image" Target="../media/image67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19.png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27" Type="http://schemas.openxmlformats.org/officeDocument/2006/relationships/customXml" Target="../ink/ink63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52" Type="http://schemas.openxmlformats.org/officeDocument/2006/relationships/image" Target="../media/image27.png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2.png"/><Relationship Id="rId143" Type="http://schemas.openxmlformats.org/officeDocument/2006/relationships/customXml" Target="../ink/ink71.xml"/><Relationship Id="rId148" Type="http://schemas.openxmlformats.org/officeDocument/2006/relationships/image" Target="../media/image75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26" Type="http://schemas.openxmlformats.org/officeDocument/2006/relationships/image" Target="../media/image14.png"/><Relationship Id="rId47" Type="http://schemas.openxmlformats.org/officeDocument/2006/relationships/customXml" Target="../ink/ink23.xml"/><Relationship Id="rId68" Type="http://schemas.openxmlformats.org/officeDocument/2006/relationships/image" Target="../media/image35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33" Type="http://schemas.openxmlformats.org/officeDocument/2006/relationships/customXml" Target="../ink/ink66.xml"/><Relationship Id="rId154" Type="http://schemas.openxmlformats.org/officeDocument/2006/relationships/image" Target="../media/image78.png"/><Relationship Id="rId16" Type="http://schemas.openxmlformats.org/officeDocument/2006/relationships/image" Target="../media/image9.png"/><Relationship Id="rId37" Type="http://schemas.openxmlformats.org/officeDocument/2006/relationships/customXml" Target="../ink/ink18.xml"/><Relationship Id="rId58" Type="http://schemas.openxmlformats.org/officeDocument/2006/relationships/image" Target="../media/image30.png"/><Relationship Id="rId79" Type="http://schemas.openxmlformats.org/officeDocument/2006/relationships/customXml" Target="../ink/ink39.xml"/><Relationship Id="rId102" Type="http://schemas.openxmlformats.org/officeDocument/2006/relationships/image" Target="../media/image52.png"/><Relationship Id="rId123" Type="http://schemas.openxmlformats.org/officeDocument/2006/relationships/customXml" Target="../ink/ink61.xml"/><Relationship Id="rId144" Type="http://schemas.openxmlformats.org/officeDocument/2006/relationships/image" Target="../media/image73.png"/><Relationship Id="rId90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3.xml"/><Relationship Id="rId18" Type="http://schemas.openxmlformats.org/officeDocument/2006/relationships/image" Target="../media/image88.png"/><Relationship Id="rId26" Type="http://schemas.openxmlformats.org/officeDocument/2006/relationships/image" Target="../media/image92.png"/><Relationship Id="rId3" Type="http://schemas.openxmlformats.org/officeDocument/2006/relationships/customXml" Target="../ink/ink78.xml"/><Relationship Id="rId21" Type="http://schemas.openxmlformats.org/officeDocument/2006/relationships/customXml" Target="../ink/ink87.xml"/><Relationship Id="rId34" Type="http://schemas.openxmlformats.org/officeDocument/2006/relationships/image" Target="../media/image96.png"/><Relationship Id="rId7" Type="http://schemas.openxmlformats.org/officeDocument/2006/relationships/customXml" Target="../ink/ink80.xml"/><Relationship Id="rId12" Type="http://schemas.openxmlformats.org/officeDocument/2006/relationships/image" Target="../media/image85.png"/><Relationship Id="rId17" Type="http://schemas.openxmlformats.org/officeDocument/2006/relationships/customXml" Target="../ink/ink85.xml"/><Relationship Id="rId25" Type="http://schemas.openxmlformats.org/officeDocument/2006/relationships/customXml" Target="../ink/ink89.xml"/><Relationship Id="rId33" Type="http://schemas.openxmlformats.org/officeDocument/2006/relationships/customXml" Target="../ink/ink93.xml"/><Relationship Id="rId2" Type="http://schemas.openxmlformats.org/officeDocument/2006/relationships/image" Target="../media/image80.png"/><Relationship Id="rId16" Type="http://schemas.openxmlformats.org/officeDocument/2006/relationships/image" Target="../media/image87.png"/><Relationship Id="rId20" Type="http://schemas.openxmlformats.org/officeDocument/2006/relationships/image" Target="../media/image89.png"/><Relationship Id="rId29" Type="http://schemas.openxmlformats.org/officeDocument/2006/relationships/customXml" Target="../ink/ink9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customXml" Target="../ink/ink82.xml"/><Relationship Id="rId24" Type="http://schemas.openxmlformats.org/officeDocument/2006/relationships/image" Target="../media/image91.png"/><Relationship Id="rId32" Type="http://schemas.openxmlformats.org/officeDocument/2006/relationships/image" Target="../media/image95.png"/><Relationship Id="rId5" Type="http://schemas.openxmlformats.org/officeDocument/2006/relationships/customXml" Target="../ink/ink79.xml"/><Relationship Id="rId15" Type="http://schemas.openxmlformats.org/officeDocument/2006/relationships/customXml" Target="../ink/ink84.xml"/><Relationship Id="rId23" Type="http://schemas.openxmlformats.org/officeDocument/2006/relationships/customXml" Target="../ink/ink88.xml"/><Relationship Id="rId28" Type="http://schemas.openxmlformats.org/officeDocument/2006/relationships/image" Target="../media/image93.png"/><Relationship Id="rId36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customXml" Target="../ink/ink86.xml"/><Relationship Id="rId31" Type="http://schemas.openxmlformats.org/officeDocument/2006/relationships/customXml" Target="../ink/ink92.xml"/><Relationship Id="rId4" Type="http://schemas.openxmlformats.org/officeDocument/2006/relationships/image" Target="../media/image81.png"/><Relationship Id="rId9" Type="http://schemas.openxmlformats.org/officeDocument/2006/relationships/customXml" Target="../ink/ink81.xml"/><Relationship Id="rId14" Type="http://schemas.openxmlformats.org/officeDocument/2006/relationships/image" Target="../media/image86.png"/><Relationship Id="rId22" Type="http://schemas.openxmlformats.org/officeDocument/2006/relationships/image" Target="../media/image90.png"/><Relationship Id="rId27" Type="http://schemas.openxmlformats.org/officeDocument/2006/relationships/customXml" Target="../ink/ink90.xml"/><Relationship Id="rId30" Type="http://schemas.openxmlformats.org/officeDocument/2006/relationships/image" Target="../media/image94.png"/><Relationship Id="rId35" Type="http://schemas.openxmlformats.org/officeDocument/2006/relationships/customXml" Target="../ink/ink94.xml"/><Relationship Id="rId8" Type="http://schemas.openxmlformats.org/officeDocument/2006/relationships/image" Target="../media/image8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9.png"/><Relationship Id="rId21" Type="http://schemas.openxmlformats.org/officeDocument/2006/relationships/customXml" Target="../ink/ink104.xml"/><Relationship Id="rId42" Type="http://schemas.openxmlformats.org/officeDocument/2006/relationships/image" Target="../media/image117.png"/><Relationship Id="rId47" Type="http://schemas.openxmlformats.org/officeDocument/2006/relationships/customXml" Target="../ink/ink117.xml"/><Relationship Id="rId63" Type="http://schemas.openxmlformats.org/officeDocument/2006/relationships/customXml" Target="../ink/ink125.xml"/><Relationship Id="rId68" Type="http://schemas.openxmlformats.org/officeDocument/2006/relationships/image" Target="../media/image130.png"/><Relationship Id="rId84" Type="http://schemas.openxmlformats.org/officeDocument/2006/relationships/image" Target="../media/image138.png"/><Relationship Id="rId89" Type="http://schemas.openxmlformats.org/officeDocument/2006/relationships/customXml" Target="../ink/ink138.xml"/><Relationship Id="rId16" Type="http://schemas.openxmlformats.org/officeDocument/2006/relationships/image" Target="../media/image104.png"/><Relationship Id="rId11" Type="http://schemas.openxmlformats.org/officeDocument/2006/relationships/customXml" Target="../ink/ink99.xml"/><Relationship Id="rId32" Type="http://schemas.openxmlformats.org/officeDocument/2006/relationships/image" Target="../media/image112.png"/><Relationship Id="rId37" Type="http://schemas.openxmlformats.org/officeDocument/2006/relationships/customXml" Target="../ink/ink112.xml"/><Relationship Id="rId53" Type="http://schemas.openxmlformats.org/officeDocument/2006/relationships/customXml" Target="../ink/ink120.xml"/><Relationship Id="rId58" Type="http://schemas.openxmlformats.org/officeDocument/2006/relationships/image" Target="../media/image125.png"/><Relationship Id="rId74" Type="http://schemas.openxmlformats.org/officeDocument/2006/relationships/image" Target="../media/image133.png"/><Relationship Id="rId79" Type="http://schemas.openxmlformats.org/officeDocument/2006/relationships/customXml" Target="../ink/ink133.xml"/><Relationship Id="rId5" Type="http://schemas.openxmlformats.org/officeDocument/2006/relationships/customXml" Target="../ink/ink96.xml"/><Relationship Id="rId90" Type="http://schemas.openxmlformats.org/officeDocument/2006/relationships/image" Target="../media/image141.png"/><Relationship Id="rId22" Type="http://schemas.openxmlformats.org/officeDocument/2006/relationships/image" Target="../media/image107.png"/><Relationship Id="rId27" Type="http://schemas.openxmlformats.org/officeDocument/2006/relationships/customXml" Target="../ink/ink107.xml"/><Relationship Id="rId43" Type="http://schemas.openxmlformats.org/officeDocument/2006/relationships/customXml" Target="../ink/ink115.xml"/><Relationship Id="rId48" Type="http://schemas.openxmlformats.org/officeDocument/2006/relationships/image" Target="../media/image120.png"/><Relationship Id="rId64" Type="http://schemas.openxmlformats.org/officeDocument/2006/relationships/image" Target="../media/image128.png"/><Relationship Id="rId69" Type="http://schemas.openxmlformats.org/officeDocument/2006/relationships/customXml" Target="../ink/ink128.xml"/><Relationship Id="rId8" Type="http://schemas.openxmlformats.org/officeDocument/2006/relationships/image" Target="../media/image100.png"/><Relationship Id="rId51" Type="http://schemas.openxmlformats.org/officeDocument/2006/relationships/customXml" Target="../ink/ink119.xml"/><Relationship Id="rId72" Type="http://schemas.openxmlformats.org/officeDocument/2006/relationships/image" Target="../media/image132.png"/><Relationship Id="rId80" Type="http://schemas.openxmlformats.org/officeDocument/2006/relationships/image" Target="../media/image136.png"/><Relationship Id="rId85" Type="http://schemas.openxmlformats.org/officeDocument/2006/relationships/customXml" Target="../ink/ink136.xml"/><Relationship Id="rId93" Type="http://schemas.openxmlformats.org/officeDocument/2006/relationships/customXml" Target="../ink/ink140.xml"/><Relationship Id="rId3" Type="http://schemas.openxmlformats.org/officeDocument/2006/relationships/customXml" Target="../ink/ink95.xml"/><Relationship Id="rId12" Type="http://schemas.openxmlformats.org/officeDocument/2006/relationships/image" Target="../media/image102.png"/><Relationship Id="rId17" Type="http://schemas.openxmlformats.org/officeDocument/2006/relationships/customXml" Target="../ink/ink102.xml"/><Relationship Id="rId25" Type="http://schemas.openxmlformats.org/officeDocument/2006/relationships/customXml" Target="../ink/ink106.xml"/><Relationship Id="rId33" Type="http://schemas.openxmlformats.org/officeDocument/2006/relationships/customXml" Target="../ink/ink110.xml"/><Relationship Id="rId38" Type="http://schemas.openxmlformats.org/officeDocument/2006/relationships/image" Target="../media/image115.png"/><Relationship Id="rId46" Type="http://schemas.openxmlformats.org/officeDocument/2006/relationships/image" Target="../media/image119.png"/><Relationship Id="rId59" Type="http://schemas.openxmlformats.org/officeDocument/2006/relationships/customXml" Target="../ink/ink123.xml"/><Relationship Id="rId67" Type="http://schemas.openxmlformats.org/officeDocument/2006/relationships/customXml" Target="../ink/ink127.xml"/><Relationship Id="rId20" Type="http://schemas.openxmlformats.org/officeDocument/2006/relationships/image" Target="../media/image106.png"/><Relationship Id="rId41" Type="http://schemas.openxmlformats.org/officeDocument/2006/relationships/customXml" Target="../ink/ink114.xml"/><Relationship Id="rId54" Type="http://schemas.openxmlformats.org/officeDocument/2006/relationships/image" Target="../media/image123.png"/><Relationship Id="rId62" Type="http://schemas.openxmlformats.org/officeDocument/2006/relationships/image" Target="../media/image127.png"/><Relationship Id="rId70" Type="http://schemas.openxmlformats.org/officeDocument/2006/relationships/image" Target="../media/image131.png"/><Relationship Id="rId75" Type="http://schemas.openxmlformats.org/officeDocument/2006/relationships/customXml" Target="../ink/ink131.xml"/><Relationship Id="rId83" Type="http://schemas.openxmlformats.org/officeDocument/2006/relationships/customXml" Target="../ink/ink135.xml"/><Relationship Id="rId88" Type="http://schemas.openxmlformats.org/officeDocument/2006/relationships/image" Target="../media/image140.png"/><Relationship Id="rId91" Type="http://schemas.openxmlformats.org/officeDocument/2006/relationships/customXml" Target="../ink/ink1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5" Type="http://schemas.openxmlformats.org/officeDocument/2006/relationships/customXml" Target="../ink/ink101.xml"/><Relationship Id="rId23" Type="http://schemas.openxmlformats.org/officeDocument/2006/relationships/customXml" Target="../ink/ink105.xml"/><Relationship Id="rId28" Type="http://schemas.openxmlformats.org/officeDocument/2006/relationships/image" Target="../media/image110.png"/><Relationship Id="rId36" Type="http://schemas.openxmlformats.org/officeDocument/2006/relationships/image" Target="../media/image114.png"/><Relationship Id="rId49" Type="http://schemas.openxmlformats.org/officeDocument/2006/relationships/customXml" Target="../ink/ink118.xml"/><Relationship Id="rId57" Type="http://schemas.openxmlformats.org/officeDocument/2006/relationships/customXml" Target="../ink/ink122.xml"/><Relationship Id="rId10" Type="http://schemas.openxmlformats.org/officeDocument/2006/relationships/image" Target="../media/image101.png"/><Relationship Id="rId31" Type="http://schemas.openxmlformats.org/officeDocument/2006/relationships/customXml" Target="../ink/ink109.xml"/><Relationship Id="rId44" Type="http://schemas.openxmlformats.org/officeDocument/2006/relationships/image" Target="../media/image118.png"/><Relationship Id="rId52" Type="http://schemas.openxmlformats.org/officeDocument/2006/relationships/image" Target="../media/image122.png"/><Relationship Id="rId60" Type="http://schemas.openxmlformats.org/officeDocument/2006/relationships/image" Target="../media/image126.png"/><Relationship Id="rId65" Type="http://schemas.openxmlformats.org/officeDocument/2006/relationships/customXml" Target="../ink/ink126.xml"/><Relationship Id="rId73" Type="http://schemas.openxmlformats.org/officeDocument/2006/relationships/customXml" Target="../ink/ink130.xml"/><Relationship Id="rId78" Type="http://schemas.openxmlformats.org/officeDocument/2006/relationships/image" Target="../media/image135.png"/><Relationship Id="rId81" Type="http://schemas.openxmlformats.org/officeDocument/2006/relationships/customXml" Target="../ink/ink134.xml"/><Relationship Id="rId86" Type="http://schemas.openxmlformats.org/officeDocument/2006/relationships/image" Target="../media/image139.png"/><Relationship Id="rId94" Type="http://schemas.openxmlformats.org/officeDocument/2006/relationships/image" Target="../media/image143.png"/><Relationship Id="rId4" Type="http://schemas.openxmlformats.org/officeDocument/2006/relationships/image" Target="../media/image98.png"/><Relationship Id="rId9" Type="http://schemas.openxmlformats.org/officeDocument/2006/relationships/customXml" Target="../ink/ink98.xml"/><Relationship Id="rId13" Type="http://schemas.openxmlformats.org/officeDocument/2006/relationships/customXml" Target="../ink/ink100.xml"/><Relationship Id="rId18" Type="http://schemas.openxmlformats.org/officeDocument/2006/relationships/image" Target="../media/image105.png"/><Relationship Id="rId39" Type="http://schemas.openxmlformats.org/officeDocument/2006/relationships/customXml" Target="../ink/ink113.xml"/><Relationship Id="rId34" Type="http://schemas.openxmlformats.org/officeDocument/2006/relationships/image" Target="../media/image113.png"/><Relationship Id="rId50" Type="http://schemas.openxmlformats.org/officeDocument/2006/relationships/image" Target="../media/image121.png"/><Relationship Id="rId55" Type="http://schemas.openxmlformats.org/officeDocument/2006/relationships/customXml" Target="../ink/ink121.xml"/><Relationship Id="rId76" Type="http://schemas.openxmlformats.org/officeDocument/2006/relationships/image" Target="../media/image134.png"/><Relationship Id="rId7" Type="http://schemas.openxmlformats.org/officeDocument/2006/relationships/customXml" Target="../ink/ink97.xml"/><Relationship Id="rId71" Type="http://schemas.openxmlformats.org/officeDocument/2006/relationships/customXml" Target="../ink/ink129.xml"/><Relationship Id="rId92" Type="http://schemas.openxmlformats.org/officeDocument/2006/relationships/image" Target="../media/image142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08.xml"/><Relationship Id="rId24" Type="http://schemas.openxmlformats.org/officeDocument/2006/relationships/image" Target="../media/image108.png"/><Relationship Id="rId40" Type="http://schemas.openxmlformats.org/officeDocument/2006/relationships/image" Target="../media/image116.png"/><Relationship Id="rId45" Type="http://schemas.openxmlformats.org/officeDocument/2006/relationships/customXml" Target="../ink/ink116.xml"/><Relationship Id="rId66" Type="http://schemas.openxmlformats.org/officeDocument/2006/relationships/image" Target="../media/image129.png"/><Relationship Id="rId87" Type="http://schemas.openxmlformats.org/officeDocument/2006/relationships/customXml" Target="../ink/ink137.xml"/><Relationship Id="rId61" Type="http://schemas.openxmlformats.org/officeDocument/2006/relationships/customXml" Target="../ink/ink124.xml"/><Relationship Id="rId82" Type="http://schemas.openxmlformats.org/officeDocument/2006/relationships/image" Target="../media/image137.png"/><Relationship Id="rId19" Type="http://schemas.openxmlformats.org/officeDocument/2006/relationships/customXml" Target="../ink/ink103.xml"/><Relationship Id="rId14" Type="http://schemas.openxmlformats.org/officeDocument/2006/relationships/image" Target="../media/image103.png"/><Relationship Id="rId30" Type="http://schemas.openxmlformats.org/officeDocument/2006/relationships/image" Target="../media/image111.png"/><Relationship Id="rId35" Type="http://schemas.openxmlformats.org/officeDocument/2006/relationships/customXml" Target="../ink/ink111.xml"/><Relationship Id="rId56" Type="http://schemas.openxmlformats.org/officeDocument/2006/relationships/image" Target="../media/image124.png"/><Relationship Id="rId77" Type="http://schemas.openxmlformats.org/officeDocument/2006/relationships/customXml" Target="../ink/ink13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35946784/sharedpreferences-being-saved-loaded-in-onpause-and-oncreate" TargetMode="External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E362070-691D-44DB-98D4-BC61774B0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C23F6-F6F2-9A47-A2DF-752785DFC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6504" y="758951"/>
            <a:ext cx="7319175" cy="3374931"/>
          </a:xfrm>
        </p:spPr>
        <p:txBody>
          <a:bodyPr>
            <a:normAutofit/>
          </a:bodyPr>
          <a:lstStyle/>
          <a:p>
            <a:r>
              <a:rPr lang="en-US" dirty="0"/>
              <a:t>First Android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A893-76C4-E94C-82D6-220FC9413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6504" y="4455620"/>
            <a:ext cx="7321946" cy="1143000"/>
          </a:xfrm>
        </p:spPr>
        <p:txBody>
          <a:bodyPr>
            <a:normAutofit/>
          </a:bodyPr>
          <a:lstStyle/>
          <a:p>
            <a:r>
              <a:rPr lang="en-US" dirty="0"/>
              <a:t>MAC220</a:t>
            </a:r>
          </a:p>
        </p:txBody>
      </p:sp>
      <p:pic>
        <p:nvPicPr>
          <p:cNvPr id="8" name="Picture 7" descr="A picture containing clock&#10;&#10;Description automatically generated">
            <a:extLst>
              <a:ext uri="{FF2B5EF4-FFF2-40B4-BE49-F238E27FC236}">
                <a16:creationId xmlns:a16="http://schemas.microsoft.com/office/drawing/2014/main" id="{26EAA790-1736-9642-91A4-F2231A852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0973" y="1584639"/>
            <a:ext cx="2758331" cy="317002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7EFE9C-DAE7-4ECA-BDB2-34E2534B8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8251" y="4294753"/>
            <a:ext cx="71323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B1480-5B24-4B37-B70E-C74945DD9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7C083-84C1-A64E-855D-548DB1CC2B85}"/>
              </a:ext>
            </a:extLst>
          </p:cNvPr>
          <p:cNvSpPr txBox="1"/>
          <p:nvPr/>
        </p:nvSpPr>
        <p:spPr>
          <a:xfrm>
            <a:off x="924786" y="4554606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://pngimg.com/download/2617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31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A63879E9-10EB-1746-971F-5F37465624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9" r="-1" b="-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chemeClr val="tx1">
                  <a:alpha val="3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170E5-1727-D545-B46B-07FC84B4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49"/>
            <a:ext cx="10058400" cy="366375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Navigating in Android Studio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7CB42D-60B9-5A40-BFE7-B4E330E6A837}"/>
              </a:ext>
            </a:extLst>
          </p:cNvPr>
          <p:cNvGrpSpPr/>
          <p:nvPr/>
        </p:nvGrpSpPr>
        <p:grpSpPr>
          <a:xfrm>
            <a:off x="414022" y="2209612"/>
            <a:ext cx="2196720" cy="2159280"/>
            <a:chOff x="414022" y="2209612"/>
            <a:chExt cx="2196720" cy="21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03D4E4-6C12-4A41-B585-A9E2C9212AB9}"/>
                    </a:ext>
                  </a:extLst>
                </p14:cNvPr>
                <p14:cNvContentPartPr/>
                <p14:nvPr/>
              </p14:nvContentPartPr>
              <p14:xfrm>
                <a:off x="531022" y="3457372"/>
                <a:ext cx="240120" cy="424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03D4E4-6C12-4A41-B585-A9E2C9212AB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5902" y="3442252"/>
                  <a:ext cx="27036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8EF9F30-6AFC-1E47-B1F7-39A8507E3C78}"/>
                    </a:ext>
                  </a:extLst>
                </p14:cNvPr>
                <p14:cNvContentPartPr/>
                <p14:nvPr/>
              </p14:nvContentPartPr>
              <p14:xfrm>
                <a:off x="414022" y="3300412"/>
                <a:ext cx="261000" cy="246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8EF9F30-6AFC-1E47-B1F7-39A8507E3C7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8902" y="3285292"/>
                  <a:ext cx="2912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F21DAF7-9F28-7B41-89DA-48C070F1FAA0}"/>
                    </a:ext>
                  </a:extLst>
                </p14:cNvPr>
                <p14:cNvContentPartPr/>
                <p14:nvPr/>
              </p14:nvContentPartPr>
              <p14:xfrm>
                <a:off x="857182" y="3315532"/>
                <a:ext cx="90000" cy="28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F21DAF7-9F28-7B41-89DA-48C070F1FAA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1702" y="3300052"/>
                  <a:ext cx="1206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370229-C60A-D346-AAA7-50529BB3A861}"/>
                    </a:ext>
                  </a:extLst>
                </p14:cNvPr>
                <p14:cNvContentPartPr/>
                <p14:nvPr/>
              </p14:nvContentPartPr>
              <p14:xfrm>
                <a:off x="1069942" y="3203212"/>
                <a:ext cx="139680" cy="228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370229-C60A-D346-AAA7-50529BB3A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4462" y="3187732"/>
                  <a:ext cx="170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A5D8797-1017-FC46-8533-C720FD5B924E}"/>
                    </a:ext>
                  </a:extLst>
                </p14:cNvPr>
                <p14:cNvContentPartPr/>
                <p14:nvPr/>
              </p14:nvContentPartPr>
              <p14:xfrm>
                <a:off x="1272982" y="2997292"/>
                <a:ext cx="242640" cy="395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A5D8797-1017-FC46-8533-C720FD5B92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57502" y="2982172"/>
                  <a:ext cx="2732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EB7D61-3D3B-4540-89D8-A5981C3F206E}"/>
                    </a:ext>
                  </a:extLst>
                </p14:cNvPr>
                <p14:cNvContentPartPr/>
                <p14:nvPr/>
              </p14:nvContentPartPr>
              <p14:xfrm>
                <a:off x="1209982" y="2824132"/>
                <a:ext cx="19080" cy="19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EB7D61-3D3B-4540-89D8-A5981C3F20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94502" y="2808652"/>
                  <a:ext cx="49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A7112A5-EF74-BD45-AD83-9C5BDC858B6C}"/>
                    </a:ext>
                  </a:extLst>
                </p14:cNvPr>
                <p14:cNvContentPartPr/>
                <p14:nvPr/>
              </p14:nvContentPartPr>
              <p14:xfrm>
                <a:off x="1452982" y="2822692"/>
                <a:ext cx="198000" cy="190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A7112A5-EF74-BD45-AD83-9C5BDC858B6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37502" y="2807572"/>
                  <a:ext cx="2286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D517355-C485-C441-A1E6-53AA9D576A2B}"/>
                    </a:ext>
                  </a:extLst>
                </p14:cNvPr>
                <p14:cNvContentPartPr/>
                <p14:nvPr/>
              </p14:nvContentPartPr>
              <p14:xfrm>
                <a:off x="1679062" y="2614612"/>
                <a:ext cx="238680" cy="230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D517355-C485-C441-A1E6-53AA9D576A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63582" y="2599132"/>
                  <a:ext cx="269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CD5854-0D3E-B742-91F3-B78F646AB5D5}"/>
                    </a:ext>
                  </a:extLst>
                </p14:cNvPr>
                <p14:cNvContentPartPr/>
                <p14:nvPr/>
              </p14:nvContentPartPr>
              <p14:xfrm>
                <a:off x="1676182" y="2209612"/>
                <a:ext cx="306360" cy="426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CD5854-0D3E-B742-91F3-B78F646AB5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661062" y="2194132"/>
                  <a:ext cx="3366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B73F56-0C69-E447-88EA-1344DDDB12CD}"/>
                    </a:ext>
                  </a:extLst>
                </p14:cNvPr>
                <p14:cNvContentPartPr/>
                <p14:nvPr/>
              </p14:nvContentPartPr>
              <p14:xfrm>
                <a:off x="1800022" y="2239492"/>
                <a:ext cx="159480" cy="203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B73F56-0C69-E447-88EA-1344DDDB12C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84902" y="2224012"/>
                  <a:ext cx="190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5C2124-B448-814C-ABCB-03326CFC0A19}"/>
                    </a:ext>
                  </a:extLst>
                </p14:cNvPr>
                <p14:cNvContentPartPr/>
                <p14:nvPr/>
              </p14:nvContentPartPr>
              <p14:xfrm>
                <a:off x="996862" y="3969292"/>
                <a:ext cx="333360" cy="39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5C2124-B448-814C-ABCB-03326CFC0A1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81382" y="3953812"/>
                  <a:ext cx="3639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8E02D8-2FE6-6444-A96E-80406BAD9A54}"/>
                    </a:ext>
                  </a:extLst>
                </p14:cNvPr>
                <p14:cNvContentPartPr/>
                <p14:nvPr/>
              </p14:nvContentPartPr>
              <p14:xfrm>
                <a:off x="1385662" y="3806572"/>
                <a:ext cx="86400" cy="80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8E02D8-2FE6-6444-A96E-80406BAD9A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70542" y="3791452"/>
                  <a:ext cx="117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8E09108-156D-BC4F-9599-D298FE99A409}"/>
                    </a:ext>
                  </a:extLst>
                </p14:cNvPr>
                <p14:cNvContentPartPr/>
                <p14:nvPr/>
              </p14:nvContentPartPr>
              <p14:xfrm>
                <a:off x="1342102" y="3659332"/>
                <a:ext cx="16200" cy="1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8E09108-156D-BC4F-9599-D298FE99A40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26982" y="3643852"/>
                  <a:ext cx="46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ACEBE8C-6FB6-174D-AE9E-DD6356B2F508}"/>
                    </a:ext>
                  </a:extLst>
                </p14:cNvPr>
                <p14:cNvContentPartPr/>
                <p14:nvPr/>
              </p14:nvContentPartPr>
              <p14:xfrm>
                <a:off x="1514182" y="3473572"/>
                <a:ext cx="350280" cy="24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ACEBE8C-6FB6-174D-AE9E-DD6356B2F50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499062" y="3458452"/>
                  <a:ext cx="380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232F50-0E5F-BC4B-95C8-D0E143954A4E}"/>
                    </a:ext>
                  </a:extLst>
                </p14:cNvPr>
                <p14:cNvContentPartPr/>
                <p14:nvPr/>
              </p14:nvContentPartPr>
              <p14:xfrm>
                <a:off x="1854742" y="2921332"/>
                <a:ext cx="426960" cy="547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232F50-0E5F-BC4B-95C8-D0E143954A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839622" y="2906212"/>
                  <a:ext cx="4575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CACD89A-121E-2B4A-AC9B-639DE2BD95C9}"/>
                    </a:ext>
                  </a:extLst>
                </p14:cNvPr>
                <p14:cNvContentPartPr/>
                <p14:nvPr/>
              </p14:nvContentPartPr>
              <p14:xfrm>
                <a:off x="2286742" y="2428852"/>
                <a:ext cx="324000" cy="443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CACD89A-121E-2B4A-AC9B-639DE2BD95C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71622" y="2413732"/>
                  <a:ext cx="354600" cy="47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651F9CD-92B1-7C4C-AD3F-2C9522C6D6B4}"/>
              </a:ext>
            </a:extLst>
          </p:cNvPr>
          <p:cNvGrpSpPr/>
          <p:nvPr/>
        </p:nvGrpSpPr>
        <p:grpSpPr>
          <a:xfrm>
            <a:off x="599782" y="5922292"/>
            <a:ext cx="4950720" cy="653760"/>
            <a:chOff x="599782" y="5922292"/>
            <a:chExt cx="4950720" cy="65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3428B2A-DE02-1648-AE18-A384645394FD}"/>
                    </a:ext>
                  </a:extLst>
                </p14:cNvPr>
                <p14:cNvContentPartPr/>
                <p14:nvPr/>
              </p14:nvContentPartPr>
              <p14:xfrm>
                <a:off x="599782" y="6229012"/>
                <a:ext cx="54720" cy="266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3428B2A-DE02-1648-AE18-A384645394F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4662" y="6213892"/>
                  <a:ext cx="85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204C24-B75F-3442-BB6C-0260170EE23E}"/>
                    </a:ext>
                  </a:extLst>
                </p14:cNvPr>
                <p14:cNvContentPartPr/>
                <p14:nvPr/>
              </p14:nvContentPartPr>
              <p14:xfrm>
                <a:off x="658462" y="6071332"/>
                <a:ext cx="356400" cy="504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204C24-B75F-3442-BB6C-0260170EE23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42982" y="6055852"/>
                  <a:ext cx="3866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2C7E29-FA84-2A4A-ACC1-6F32AC347649}"/>
                    </a:ext>
                  </a:extLst>
                </p14:cNvPr>
                <p14:cNvContentPartPr/>
                <p14:nvPr/>
              </p14:nvContentPartPr>
              <p14:xfrm>
                <a:off x="1178302" y="6264652"/>
                <a:ext cx="253080" cy="208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B2C7E29-FA84-2A4A-ACC1-6F32AC34764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62822" y="6249532"/>
                  <a:ext cx="283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E9B0B0A-EB04-1748-ACD5-5A79F0761AB4}"/>
                    </a:ext>
                  </a:extLst>
                </p14:cNvPr>
                <p14:cNvContentPartPr/>
                <p14:nvPr/>
              </p14:nvContentPartPr>
              <p14:xfrm>
                <a:off x="1517782" y="6266092"/>
                <a:ext cx="51840" cy="178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E9B0B0A-EB04-1748-ACD5-5A79F0761AB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502302" y="6250972"/>
                  <a:ext cx="82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95162D-F988-7347-97CA-33967D56CB36}"/>
                    </a:ext>
                  </a:extLst>
                </p14:cNvPr>
                <p14:cNvContentPartPr/>
                <p14:nvPr/>
              </p14:nvContentPartPr>
              <p14:xfrm>
                <a:off x="1500142" y="6100492"/>
                <a:ext cx="30240" cy="30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95162D-F988-7347-97CA-33967D56CB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84662" y="6085372"/>
                  <a:ext cx="60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F05B794-631C-CC44-AC67-BF673038A23E}"/>
                    </a:ext>
                  </a:extLst>
                </p14:cNvPr>
                <p14:cNvContentPartPr/>
                <p14:nvPr/>
              </p14:nvContentPartPr>
              <p14:xfrm>
                <a:off x="1735582" y="5988532"/>
                <a:ext cx="38520" cy="541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F05B794-631C-CC44-AC67-BF673038A23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20462" y="5973412"/>
                  <a:ext cx="687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28DDD24-D903-6644-95B1-4C3DE112B697}"/>
                    </a:ext>
                  </a:extLst>
                </p14:cNvPr>
                <p14:cNvContentPartPr/>
                <p14:nvPr/>
              </p14:nvContentPartPr>
              <p14:xfrm>
                <a:off x="1866982" y="5983852"/>
                <a:ext cx="468720" cy="484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28DDD24-D903-6644-95B1-4C3DE112B69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851862" y="5968732"/>
                  <a:ext cx="49932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2B3361F-62EA-224B-9C68-2CE6059617E3}"/>
                    </a:ext>
                  </a:extLst>
                </p14:cNvPr>
                <p14:cNvContentPartPr/>
                <p14:nvPr/>
              </p14:nvContentPartPr>
              <p14:xfrm>
                <a:off x="2565382" y="5971972"/>
                <a:ext cx="168480" cy="539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2B3361F-62EA-224B-9C68-2CE6059617E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50262" y="5956852"/>
                  <a:ext cx="19872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0CD5651-7C04-804B-9026-49D310FDDCE7}"/>
                    </a:ext>
                  </a:extLst>
                </p14:cNvPr>
                <p14:cNvContentPartPr/>
                <p14:nvPr/>
              </p14:nvContentPartPr>
              <p14:xfrm>
                <a:off x="2436862" y="6239092"/>
                <a:ext cx="728640" cy="200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CD5651-7C04-804B-9026-49D310FDDCE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21742" y="6223972"/>
                  <a:ext cx="7592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3AED8B6-3163-8541-B2D6-1994057E0E69}"/>
                    </a:ext>
                  </a:extLst>
                </p14:cNvPr>
                <p14:cNvContentPartPr/>
                <p14:nvPr/>
              </p14:nvContentPartPr>
              <p14:xfrm>
                <a:off x="3262702" y="5922292"/>
                <a:ext cx="107280" cy="493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3AED8B6-3163-8541-B2D6-1994057E0E6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47222" y="5907172"/>
                  <a:ext cx="1378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62F5C2-BEAA-5644-A2BB-E8A7CE434D81}"/>
                    </a:ext>
                  </a:extLst>
                </p14:cNvPr>
                <p14:cNvContentPartPr/>
                <p14:nvPr/>
              </p14:nvContentPartPr>
              <p14:xfrm>
                <a:off x="3667342" y="6182212"/>
                <a:ext cx="267120" cy="23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62F5C2-BEAA-5644-A2BB-E8A7CE434D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52222" y="6167092"/>
                  <a:ext cx="297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7CF90B4-9D9B-EB4C-BAEF-023475A2909A}"/>
                    </a:ext>
                  </a:extLst>
                </p14:cNvPr>
                <p14:cNvContentPartPr/>
                <p14:nvPr/>
              </p14:nvContentPartPr>
              <p14:xfrm>
                <a:off x="4071982" y="6208132"/>
                <a:ext cx="14400" cy="171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7CF90B4-9D9B-EB4C-BAEF-023475A2909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56862" y="6192652"/>
                  <a:ext cx="44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383002-5A56-0D4E-A15C-4A655CC1C47A}"/>
                    </a:ext>
                  </a:extLst>
                </p14:cNvPr>
                <p14:cNvContentPartPr/>
                <p14:nvPr/>
              </p14:nvContentPartPr>
              <p14:xfrm>
                <a:off x="4064062" y="6116692"/>
                <a:ext cx="42120" cy="41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383002-5A56-0D4E-A15C-4A655CC1C47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48942" y="6101572"/>
                  <a:ext cx="72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8C2B54-9599-2246-BB04-0EB2A0787A4A}"/>
                    </a:ext>
                  </a:extLst>
                </p14:cNvPr>
                <p14:cNvContentPartPr/>
                <p14:nvPr/>
              </p14:nvContentPartPr>
              <p14:xfrm>
                <a:off x="4183222" y="6241612"/>
                <a:ext cx="281880" cy="196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8C2B54-9599-2246-BB04-0EB2A0787A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67742" y="6226492"/>
                  <a:ext cx="312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D197ED-4111-2345-9448-9C665DB8215C}"/>
                    </a:ext>
                  </a:extLst>
                </p14:cNvPr>
                <p14:cNvContentPartPr/>
                <p14:nvPr/>
              </p14:nvContentPartPr>
              <p14:xfrm>
                <a:off x="4446742" y="6017332"/>
                <a:ext cx="329400" cy="403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D197ED-4111-2345-9448-9C665DB8215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31622" y="6002212"/>
                  <a:ext cx="3600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E487197-2A52-4E47-9AF5-969845D092D2}"/>
                    </a:ext>
                  </a:extLst>
                </p14:cNvPr>
                <p14:cNvContentPartPr/>
                <p14:nvPr/>
              </p14:nvContentPartPr>
              <p14:xfrm>
                <a:off x="4915102" y="6276892"/>
                <a:ext cx="160200" cy="163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E487197-2A52-4E47-9AF5-969845D092D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99982" y="6261412"/>
                  <a:ext cx="1904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8961E15-8237-7446-A5F0-46F44C2EE2E7}"/>
                    </a:ext>
                  </a:extLst>
                </p14:cNvPr>
                <p14:cNvContentPartPr/>
                <p14:nvPr/>
              </p14:nvContentPartPr>
              <p14:xfrm>
                <a:off x="5153422" y="6183652"/>
                <a:ext cx="397080" cy="215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8961E15-8237-7446-A5F0-46F44C2EE2E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38302" y="6168172"/>
                  <a:ext cx="427680" cy="24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1292183-185F-7542-BBC8-D83A532FC7C9}"/>
                  </a:ext>
                </a:extLst>
              </p14:cNvPr>
              <p14:cNvContentPartPr/>
              <p14:nvPr/>
            </p14:nvContentPartPr>
            <p14:xfrm>
              <a:off x="9457942" y="736852"/>
              <a:ext cx="1275480" cy="582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1292183-185F-7542-BBC8-D83A532FC7C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442462" y="721732"/>
                <a:ext cx="1306080" cy="61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4010897E-75A6-6D4B-9957-34DAF4F6B230}"/>
              </a:ext>
            </a:extLst>
          </p:cNvPr>
          <p:cNvGrpSpPr/>
          <p:nvPr/>
        </p:nvGrpSpPr>
        <p:grpSpPr>
          <a:xfrm>
            <a:off x="9658102" y="1615252"/>
            <a:ext cx="2416680" cy="1639440"/>
            <a:chOff x="9658102" y="1615252"/>
            <a:chExt cx="2416680" cy="163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F4DEA61-CBB4-AB49-8ADC-68CC56583397}"/>
                    </a:ext>
                  </a:extLst>
                </p14:cNvPr>
                <p14:cNvContentPartPr/>
                <p14:nvPr/>
              </p14:nvContentPartPr>
              <p14:xfrm>
                <a:off x="9658102" y="2719732"/>
                <a:ext cx="284760" cy="534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F4DEA61-CBB4-AB49-8ADC-68CC5658339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42982" y="2704612"/>
                  <a:ext cx="315000" cy="5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451498-5691-DA4F-9507-208E0B556DBA}"/>
                    </a:ext>
                  </a:extLst>
                </p14:cNvPr>
                <p14:cNvContentPartPr/>
                <p14:nvPr/>
              </p14:nvContentPartPr>
              <p14:xfrm>
                <a:off x="9672502" y="2915932"/>
                <a:ext cx="232200" cy="255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451498-5691-DA4F-9507-208E0B556DB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57382" y="2900812"/>
                  <a:ext cx="2628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5B6A7D-062F-8B46-868A-54D4F98FCFC3}"/>
                    </a:ext>
                  </a:extLst>
                </p14:cNvPr>
                <p14:cNvContentPartPr/>
                <p14:nvPr/>
              </p14:nvContentPartPr>
              <p14:xfrm>
                <a:off x="9941062" y="2650972"/>
                <a:ext cx="194040" cy="289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5B6A7D-062F-8B46-868A-54D4F98FCFC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25942" y="2635492"/>
                  <a:ext cx="224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2BB6E3E-1C05-8743-A488-D36250264E81}"/>
                    </a:ext>
                  </a:extLst>
                </p14:cNvPr>
                <p14:cNvContentPartPr/>
                <p14:nvPr/>
              </p14:nvContentPartPr>
              <p14:xfrm>
                <a:off x="10200622" y="2317972"/>
                <a:ext cx="300960" cy="414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2BB6E3E-1C05-8743-A488-D36250264E8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185502" y="2302492"/>
                  <a:ext cx="3315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EA7B30-EDD5-7A4B-88CC-28D196FDBE5C}"/>
                    </a:ext>
                  </a:extLst>
                </p14:cNvPr>
                <p14:cNvContentPartPr/>
                <p14:nvPr/>
              </p14:nvContentPartPr>
              <p14:xfrm>
                <a:off x="9972382" y="2649532"/>
                <a:ext cx="217800" cy="141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EA7B30-EDD5-7A4B-88CC-28D196FDBE5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957262" y="2634052"/>
                  <a:ext cx="248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28F26A1-ACAC-8342-A7EF-7054D5CBE2C5}"/>
                    </a:ext>
                  </a:extLst>
                </p14:cNvPr>
                <p14:cNvContentPartPr/>
                <p14:nvPr/>
              </p14:nvContentPartPr>
              <p14:xfrm>
                <a:off x="10358302" y="2311132"/>
                <a:ext cx="313920" cy="349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28F26A1-ACAC-8342-A7EF-7054D5CBE2C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343182" y="2295652"/>
                  <a:ext cx="3445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BD6B718-A0B4-4E43-8603-35A3F30C0F2E}"/>
                    </a:ext>
                  </a:extLst>
                </p14:cNvPr>
                <p14:cNvContentPartPr/>
                <p14:nvPr/>
              </p14:nvContentPartPr>
              <p14:xfrm>
                <a:off x="10715422" y="2314372"/>
                <a:ext cx="122040" cy="162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BD6B718-A0B4-4E43-8603-35A3F30C0F2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00302" y="2299252"/>
                  <a:ext cx="152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35867F8-0278-E646-ABE7-02DD119790AC}"/>
                    </a:ext>
                  </a:extLst>
                </p14:cNvPr>
                <p14:cNvContentPartPr/>
                <p14:nvPr/>
              </p14:nvContentPartPr>
              <p14:xfrm>
                <a:off x="10672582" y="2128612"/>
                <a:ext cx="5040" cy="2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35867F8-0278-E646-ABE7-02DD119790A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657462" y="2113492"/>
                  <a:ext cx="35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E5809F-8DB5-C345-A6AA-15B14FC93640}"/>
                    </a:ext>
                  </a:extLst>
                </p14:cNvPr>
                <p14:cNvContentPartPr/>
                <p14:nvPr/>
              </p14:nvContentPartPr>
              <p14:xfrm>
                <a:off x="10768342" y="2001172"/>
                <a:ext cx="336240" cy="429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E5809F-8DB5-C345-A6AA-15B14FC9364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753222" y="1985692"/>
                  <a:ext cx="3668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FE82286-3D85-B34A-9340-087ACBDF9C21}"/>
                    </a:ext>
                  </a:extLst>
                </p14:cNvPr>
                <p14:cNvContentPartPr/>
                <p14:nvPr/>
              </p14:nvContentPartPr>
              <p14:xfrm>
                <a:off x="11186302" y="1650532"/>
                <a:ext cx="888480" cy="591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FE82286-3D85-B34A-9340-087ACBDF9C2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171182" y="1635412"/>
                  <a:ext cx="91908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4DB19EE-15FD-0A49-8522-1935763F6F29}"/>
                    </a:ext>
                  </a:extLst>
                </p14:cNvPr>
                <p14:cNvContentPartPr/>
                <p14:nvPr/>
              </p14:nvContentPartPr>
              <p14:xfrm>
                <a:off x="11215462" y="1615252"/>
                <a:ext cx="384120" cy="233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4DB19EE-15FD-0A49-8522-1935763F6F2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200342" y="1600132"/>
                  <a:ext cx="4143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A2F59A-85F7-4F44-813F-D8568C9AF0D1}"/>
              </a:ext>
            </a:extLst>
          </p:cNvPr>
          <p:cNvGrpSpPr/>
          <p:nvPr/>
        </p:nvGrpSpPr>
        <p:grpSpPr>
          <a:xfrm>
            <a:off x="5757862" y="2664292"/>
            <a:ext cx="1492560" cy="748800"/>
            <a:chOff x="5757862" y="2664292"/>
            <a:chExt cx="1492560" cy="74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17AFC71-2120-A245-ABDF-A65C05D7B791}"/>
                    </a:ext>
                  </a:extLst>
                </p14:cNvPr>
                <p14:cNvContentPartPr/>
                <p14:nvPr/>
              </p14:nvContentPartPr>
              <p14:xfrm>
                <a:off x="5757862" y="3091972"/>
                <a:ext cx="56880" cy="210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17AFC71-2120-A245-ABDF-A65C05D7B79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742382" y="3076852"/>
                  <a:ext cx="87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9C29085-FC70-E643-82A0-320C9B4CF8DC}"/>
                    </a:ext>
                  </a:extLst>
                </p14:cNvPr>
                <p14:cNvContentPartPr/>
                <p14:nvPr/>
              </p14:nvContentPartPr>
              <p14:xfrm>
                <a:off x="5757862" y="2887852"/>
                <a:ext cx="320040" cy="483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9C29085-FC70-E643-82A0-320C9B4CF8D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742382" y="2872372"/>
                  <a:ext cx="35064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CC64BE4-F27B-6D43-8795-CFF5BAD5019E}"/>
                    </a:ext>
                  </a:extLst>
                </p14:cNvPr>
                <p14:cNvContentPartPr/>
                <p14:nvPr/>
              </p14:nvContentPartPr>
              <p14:xfrm>
                <a:off x="6202462" y="2985052"/>
                <a:ext cx="540360" cy="238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CC64BE4-F27B-6D43-8795-CFF5BAD5019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187342" y="2969932"/>
                  <a:ext cx="57096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2F62D25-394F-174E-9425-4865829F86AE}"/>
                    </a:ext>
                  </a:extLst>
                </p14:cNvPr>
                <p14:cNvContentPartPr/>
                <p14:nvPr/>
              </p14:nvContentPartPr>
              <p14:xfrm>
                <a:off x="6687022" y="2830972"/>
                <a:ext cx="14040" cy="12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2F62D25-394F-174E-9425-4865829F86A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671902" y="2815492"/>
                  <a:ext cx="44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2CEB28D-AA40-424C-B519-324793CA054B}"/>
                    </a:ext>
                  </a:extLst>
                </p14:cNvPr>
                <p14:cNvContentPartPr/>
                <p14:nvPr/>
              </p14:nvContentPartPr>
              <p14:xfrm>
                <a:off x="6743902" y="2936452"/>
                <a:ext cx="189720" cy="476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2CEB28D-AA40-424C-B519-324793CA054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28782" y="2921332"/>
                  <a:ext cx="22032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E63F7A3-34C1-3A41-8177-1C3F52D5F084}"/>
                    </a:ext>
                  </a:extLst>
                </p14:cNvPr>
                <p14:cNvContentPartPr/>
                <p14:nvPr/>
              </p14:nvContentPartPr>
              <p14:xfrm>
                <a:off x="6960982" y="2664292"/>
                <a:ext cx="289440" cy="313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E63F7A3-34C1-3A41-8177-1C3F52D5F08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45862" y="2649172"/>
                  <a:ext cx="32004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E708AAE-673F-E747-B5B4-9C22B7035BAA}"/>
              </a:ext>
            </a:extLst>
          </p:cNvPr>
          <p:cNvGrpSpPr/>
          <p:nvPr/>
        </p:nvGrpSpPr>
        <p:grpSpPr>
          <a:xfrm>
            <a:off x="7615102" y="3174772"/>
            <a:ext cx="1706400" cy="1401120"/>
            <a:chOff x="7615102" y="3174772"/>
            <a:chExt cx="1706400" cy="14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801864B-10F1-AF4A-A119-4F44962A9F70}"/>
                    </a:ext>
                  </a:extLst>
                </p14:cNvPr>
                <p14:cNvContentPartPr/>
                <p14:nvPr/>
              </p14:nvContentPartPr>
              <p14:xfrm>
                <a:off x="7615102" y="4414612"/>
                <a:ext cx="45720" cy="16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801864B-10F1-AF4A-A119-4F44962A9F7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599982" y="4399492"/>
                  <a:ext cx="75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8A72F4E-6AE5-9245-A2B1-341C184008F5}"/>
                    </a:ext>
                  </a:extLst>
                </p14:cNvPr>
                <p14:cNvContentPartPr/>
                <p14:nvPr/>
              </p14:nvContentPartPr>
              <p14:xfrm>
                <a:off x="7622302" y="4196452"/>
                <a:ext cx="254880" cy="376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8A72F4E-6AE5-9245-A2B1-341C184008F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607182" y="4181332"/>
                  <a:ext cx="2851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59E061E-7F0D-A54E-9420-D88B91899ABC}"/>
                    </a:ext>
                  </a:extLst>
                </p14:cNvPr>
                <p14:cNvContentPartPr/>
                <p14:nvPr/>
              </p14:nvContentPartPr>
              <p14:xfrm>
                <a:off x="7887622" y="4093852"/>
                <a:ext cx="133200" cy="348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59E061E-7F0D-A54E-9420-D88B91899AB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72502" y="4078372"/>
                  <a:ext cx="1634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8D7D687-780B-5544-A94A-8D697662EB8E}"/>
                    </a:ext>
                  </a:extLst>
                </p14:cNvPr>
                <p14:cNvContentPartPr/>
                <p14:nvPr/>
              </p14:nvContentPartPr>
              <p14:xfrm>
                <a:off x="8051422" y="4234612"/>
                <a:ext cx="112680" cy="139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8D7D687-780B-5544-A94A-8D697662EB8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036302" y="4219132"/>
                  <a:ext cx="143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53DF617-F3DD-BC41-9E11-7163710D83D3}"/>
                    </a:ext>
                  </a:extLst>
                </p14:cNvPr>
                <p14:cNvContentPartPr/>
                <p14:nvPr/>
              </p14:nvContentPartPr>
              <p14:xfrm>
                <a:off x="8256982" y="4110052"/>
                <a:ext cx="311760" cy="183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53DF617-F3DD-BC41-9E11-7163710D83D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241862" y="4094572"/>
                  <a:ext cx="342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92ECA3-03F6-AD40-90AE-059A4E4E1A2A}"/>
                    </a:ext>
                  </a:extLst>
                </p14:cNvPr>
                <p14:cNvContentPartPr/>
                <p14:nvPr/>
              </p14:nvContentPartPr>
              <p14:xfrm>
                <a:off x="8573782" y="4021852"/>
                <a:ext cx="77400" cy="321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92ECA3-03F6-AD40-90AE-059A4E4E1A2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558662" y="4006732"/>
                  <a:ext cx="1080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5CB054E-E6BF-734F-B813-5917B5975C3A}"/>
                    </a:ext>
                  </a:extLst>
                </p14:cNvPr>
                <p14:cNvContentPartPr/>
                <p14:nvPr/>
              </p14:nvContentPartPr>
              <p14:xfrm>
                <a:off x="8614462" y="3847252"/>
                <a:ext cx="140400" cy="223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5CB054E-E6BF-734F-B813-5917B5975C3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599342" y="3832132"/>
                  <a:ext cx="1710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9CBA21-27C4-0849-BF26-2BF69AD8FB01}"/>
                    </a:ext>
                  </a:extLst>
                </p14:cNvPr>
                <p14:cNvContentPartPr/>
                <p14:nvPr/>
              </p14:nvContentPartPr>
              <p14:xfrm>
                <a:off x="8829382" y="3686332"/>
                <a:ext cx="158760" cy="242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9CBA21-27C4-0849-BF26-2BF69AD8FB0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814262" y="3670852"/>
                  <a:ext cx="1893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AE24A99-2FE6-634F-AC49-E71C059FADDB}"/>
                    </a:ext>
                  </a:extLst>
                </p14:cNvPr>
                <p14:cNvContentPartPr/>
                <p14:nvPr/>
              </p14:nvContentPartPr>
              <p14:xfrm>
                <a:off x="9008302" y="3685972"/>
                <a:ext cx="39600" cy="177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AE24A99-2FE6-634F-AC49-E71C059FADD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993182" y="3670852"/>
                  <a:ext cx="70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CFCC7DD-4B8D-104C-8F14-FE697AA6F9D0}"/>
                    </a:ext>
                  </a:extLst>
                </p14:cNvPr>
                <p14:cNvContentPartPr/>
                <p14:nvPr/>
              </p14:nvContentPartPr>
              <p14:xfrm>
                <a:off x="9015142" y="3527932"/>
                <a:ext cx="51840" cy="16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CFCC7DD-4B8D-104C-8F14-FE697AA6F9D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000022" y="3512812"/>
                  <a:ext cx="82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30485B8-C9A3-0242-A10F-5B9867EF92D4}"/>
                    </a:ext>
                  </a:extLst>
                </p14:cNvPr>
                <p14:cNvContentPartPr/>
                <p14:nvPr/>
              </p14:nvContentPartPr>
              <p14:xfrm>
                <a:off x="9023422" y="3216532"/>
                <a:ext cx="215640" cy="486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30485B8-C9A3-0242-A10F-5B9867EF92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007942" y="3201412"/>
                  <a:ext cx="2462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F598B8A-153E-6547-A744-01D9288C820E}"/>
                    </a:ext>
                  </a:extLst>
                </p14:cNvPr>
                <p14:cNvContentPartPr/>
                <p14:nvPr/>
              </p14:nvContentPartPr>
              <p14:xfrm>
                <a:off x="8902822" y="3174772"/>
                <a:ext cx="418680" cy="268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F598B8A-153E-6547-A744-01D9288C820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887702" y="3159292"/>
                  <a:ext cx="4492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43AF7D6-97A3-2E49-A01B-162BEC49711B}"/>
                  </a:ext>
                </a:extLst>
              </p14:cNvPr>
              <p14:cNvContentPartPr/>
              <p14:nvPr/>
            </p14:nvContentPartPr>
            <p14:xfrm>
              <a:off x="2972902" y="884452"/>
              <a:ext cx="838080" cy="3942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43AF7D6-97A3-2E49-A01B-162BEC49711B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957782" y="869332"/>
                <a:ext cx="86868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6260A8D-2689-8343-A2C7-1B4B9DE216A6}"/>
                  </a:ext>
                </a:extLst>
              </p14:cNvPr>
              <p14:cNvContentPartPr/>
              <p14:nvPr/>
            </p14:nvContentPartPr>
            <p14:xfrm>
              <a:off x="2860582" y="3014932"/>
              <a:ext cx="1311840" cy="4456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6260A8D-2689-8343-A2C7-1B4B9DE216A6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845462" y="2999812"/>
                <a:ext cx="1342440" cy="47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414DAE64-CE94-9A42-A55F-CD4822006D93}"/>
              </a:ext>
            </a:extLst>
          </p:cNvPr>
          <p:cNvGrpSpPr/>
          <p:nvPr/>
        </p:nvGrpSpPr>
        <p:grpSpPr>
          <a:xfrm>
            <a:off x="5375542" y="4773172"/>
            <a:ext cx="3181320" cy="1015560"/>
            <a:chOff x="5375542" y="4773172"/>
            <a:chExt cx="3181320" cy="101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A905DDB-DC30-DF46-BB3D-C6334A3CE0EE}"/>
                    </a:ext>
                  </a:extLst>
                </p14:cNvPr>
                <p14:cNvContentPartPr/>
                <p14:nvPr/>
              </p14:nvContentPartPr>
              <p14:xfrm>
                <a:off x="5375542" y="4963972"/>
                <a:ext cx="191160" cy="297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A905DDB-DC30-DF46-BB3D-C6334A3CE0E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60422" y="4948852"/>
                  <a:ext cx="2217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07F17CC-FDAF-724B-92A9-E70A8248AA5A}"/>
                    </a:ext>
                  </a:extLst>
                </p14:cNvPr>
                <p14:cNvContentPartPr/>
                <p14:nvPr/>
              </p14:nvContentPartPr>
              <p14:xfrm>
                <a:off x="5660662" y="5120932"/>
                <a:ext cx="284040" cy="142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07F17CC-FDAF-724B-92A9-E70A8248AA5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645182" y="5105812"/>
                  <a:ext cx="314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974488-A34B-B149-895D-9ACE3EB8F8AB}"/>
                    </a:ext>
                  </a:extLst>
                </p14:cNvPr>
                <p14:cNvContentPartPr/>
                <p14:nvPr/>
              </p14:nvContentPartPr>
              <p14:xfrm>
                <a:off x="5953702" y="5096812"/>
                <a:ext cx="204840" cy="691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974488-A34B-B149-895D-9ACE3EB8F8A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938222" y="5081332"/>
                  <a:ext cx="235080" cy="72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F4401C-0569-5047-A230-1F8F1C4C761C}"/>
                    </a:ext>
                  </a:extLst>
                </p14:cNvPr>
                <p14:cNvContentPartPr/>
                <p14:nvPr/>
              </p14:nvContentPartPr>
              <p14:xfrm>
                <a:off x="6282382" y="5000332"/>
                <a:ext cx="154800" cy="231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F4401C-0569-5047-A230-1F8F1C4C761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267262" y="4985212"/>
                  <a:ext cx="185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13834B8-BC79-0545-BDA7-FF5D9ECEBAAE}"/>
                    </a:ext>
                  </a:extLst>
                </p14:cNvPr>
                <p14:cNvContentPartPr/>
                <p14:nvPr/>
              </p14:nvContentPartPr>
              <p14:xfrm>
                <a:off x="6503062" y="4774612"/>
                <a:ext cx="284760" cy="527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13834B8-BC79-0545-BDA7-FF5D9ECEBAA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487942" y="4759132"/>
                  <a:ext cx="31500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86694EF-55D0-8D46-B13F-2C3E65C43631}"/>
                    </a:ext>
                  </a:extLst>
                </p14:cNvPr>
                <p14:cNvContentPartPr/>
                <p14:nvPr/>
              </p14:nvContentPartPr>
              <p14:xfrm>
                <a:off x="6691342" y="4993852"/>
                <a:ext cx="219600" cy="106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86694EF-55D0-8D46-B13F-2C3E65C4363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675862" y="4978732"/>
                  <a:ext cx="250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458A84A-FEAD-664E-843B-45D1E696E385}"/>
                    </a:ext>
                  </a:extLst>
                </p14:cNvPr>
                <p14:cNvContentPartPr/>
                <p14:nvPr/>
              </p14:nvContentPartPr>
              <p14:xfrm>
                <a:off x="7082302" y="5101492"/>
                <a:ext cx="265680" cy="193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458A84A-FEAD-664E-843B-45D1E696E38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067182" y="5086012"/>
                  <a:ext cx="296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5DAEF82-BEA0-844C-BD01-D1F03E16B75C}"/>
                    </a:ext>
                  </a:extLst>
                </p14:cNvPr>
                <p14:cNvContentPartPr/>
                <p14:nvPr/>
              </p14:nvContentPartPr>
              <p14:xfrm>
                <a:off x="7390462" y="4816372"/>
                <a:ext cx="367920" cy="460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5DAEF82-BEA0-844C-BD01-D1F03E16B75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374982" y="4801252"/>
                  <a:ext cx="3985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9C4FAF4-3AD3-EC4A-99D4-338BCF58CDC6}"/>
                    </a:ext>
                  </a:extLst>
                </p14:cNvPr>
                <p14:cNvContentPartPr/>
                <p14:nvPr/>
              </p14:nvContentPartPr>
              <p14:xfrm>
                <a:off x="7840462" y="4896292"/>
                <a:ext cx="3600" cy="4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9C4FAF4-3AD3-EC4A-99D4-338BCF58CDC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825342" y="4881172"/>
                  <a:ext cx="338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C3D568-727C-3548-A67D-A829704067C6}"/>
                    </a:ext>
                  </a:extLst>
                </p14:cNvPr>
                <p14:cNvContentPartPr/>
                <p14:nvPr/>
              </p14:nvContentPartPr>
              <p14:xfrm>
                <a:off x="7948822" y="4773172"/>
                <a:ext cx="52200" cy="416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C3D568-727C-3548-A67D-A829704067C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933342" y="4757692"/>
                  <a:ext cx="828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377ACDD-C1EE-DD45-8672-3E9BF56D3258}"/>
                    </a:ext>
                  </a:extLst>
                </p14:cNvPr>
                <p14:cNvContentPartPr/>
                <p14:nvPr/>
              </p14:nvContentPartPr>
              <p14:xfrm>
                <a:off x="7868542" y="5015452"/>
                <a:ext cx="324360" cy="200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377ACDD-C1EE-DD45-8672-3E9BF56D325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853422" y="5000332"/>
                  <a:ext cx="3549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5D16154-ECFF-9D4A-BD1C-A11CA28878C4}"/>
                    </a:ext>
                  </a:extLst>
                </p14:cNvPr>
                <p14:cNvContentPartPr/>
                <p14:nvPr/>
              </p14:nvContentPartPr>
              <p14:xfrm>
                <a:off x="8304862" y="4799092"/>
                <a:ext cx="252000" cy="321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5D16154-ECFF-9D4A-BD1C-A11CA28878C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289382" y="4783612"/>
                  <a:ext cx="282600" cy="35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1676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D2D517-BC35-4439-AC31-06DF764F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4C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DD3F846-0483-40F5-A881-0C1AD2A0C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392CCE1B-6417-1447-93FB-C770AA89C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223" y="523434"/>
            <a:ext cx="10423553" cy="5811131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2D7A5E7-DF57-4241-B690-D3B9B5639A1D}"/>
              </a:ext>
            </a:extLst>
          </p:cNvPr>
          <p:cNvGrpSpPr/>
          <p:nvPr/>
        </p:nvGrpSpPr>
        <p:grpSpPr>
          <a:xfrm>
            <a:off x="4989982" y="1343452"/>
            <a:ext cx="3405240" cy="2421360"/>
            <a:chOff x="4989982" y="1343452"/>
            <a:chExt cx="3405240" cy="242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A894D2-7803-454B-AC2C-619AAF7BC35A}"/>
                    </a:ext>
                  </a:extLst>
                </p14:cNvPr>
                <p14:cNvContentPartPr/>
                <p14:nvPr/>
              </p14:nvContentPartPr>
              <p14:xfrm>
                <a:off x="4989982" y="3211132"/>
                <a:ext cx="536040" cy="553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A894D2-7803-454B-AC2C-619AAF7BC35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74862" y="3196012"/>
                  <a:ext cx="56664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1B763E-FEFF-7E48-8461-B45E63C218E1}"/>
                    </a:ext>
                  </a:extLst>
                </p14:cNvPr>
                <p14:cNvContentPartPr/>
                <p14:nvPr/>
              </p14:nvContentPartPr>
              <p14:xfrm>
                <a:off x="5326222" y="2951212"/>
                <a:ext cx="262440" cy="57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1B763E-FEFF-7E48-8461-B45E63C218E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10742" y="2935732"/>
                  <a:ext cx="29304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491097F-8D65-0F43-B089-276A8FD8E287}"/>
                    </a:ext>
                  </a:extLst>
                </p14:cNvPr>
                <p14:cNvContentPartPr/>
                <p14:nvPr/>
              </p14:nvContentPartPr>
              <p14:xfrm>
                <a:off x="5643742" y="3114652"/>
                <a:ext cx="151920" cy="91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491097F-8D65-0F43-B089-276A8FD8E2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28262" y="3099172"/>
                  <a:ext cx="1825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21566E-F4FE-8947-9FDE-C239A19B04C8}"/>
                    </a:ext>
                  </a:extLst>
                </p14:cNvPr>
                <p14:cNvContentPartPr/>
                <p14:nvPr/>
              </p14:nvContentPartPr>
              <p14:xfrm>
                <a:off x="5585422" y="2685892"/>
                <a:ext cx="29880" cy="43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21566E-F4FE-8947-9FDE-C239A19B04C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69942" y="2670772"/>
                  <a:ext cx="60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2118DF7-91F9-5747-80C1-AE44FA330D26}"/>
                    </a:ext>
                  </a:extLst>
                </p14:cNvPr>
                <p14:cNvContentPartPr/>
                <p14:nvPr/>
              </p14:nvContentPartPr>
              <p14:xfrm>
                <a:off x="5648062" y="2492572"/>
                <a:ext cx="282960" cy="455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2118DF7-91F9-5747-80C1-AE44FA330D2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32942" y="2477452"/>
                  <a:ext cx="31320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DAC907-F126-1842-A28C-386B16715042}"/>
                    </a:ext>
                  </a:extLst>
                </p14:cNvPr>
                <p14:cNvContentPartPr/>
                <p14:nvPr/>
              </p14:nvContentPartPr>
              <p14:xfrm>
                <a:off x="5807542" y="2015932"/>
                <a:ext cx="964080" cy="884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DAC907-F126-1842-A28C-386B167150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792062" y="2000812"/>
                  <a:ext cx="994680" cy="9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DD8DD7-BADE-B64E-9CD0-D3429F8FE552}"/>
                    </a:ext>
                  </a:extLst>
                </p14:cNvPr>
                <p14:cNvContentPartPr/>
                <p14:nvPr/>
              </p14:nvContentPartPr>
              <p14:xfrm>
                <a:off x="7079782" y="1783012"/>
                <a:ext cx="357840" cy="388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DD8DD7-BADE-B64E-9CD0-D3429F8FE5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64662" y="1767892"/>
                  <a:ext cx="38808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8FAA428-DBB9-D44E-9EC3-62D0FCC7D87B}"/>
                    </a:ext>
                  </a:extLst>
                </p14:cNvPr>
                <p14:cNvContentPartPr/>
                <p14:nvPr/>
              </p14:nvContentPartPr>
              <p14:xfrm>
                <a:off x="7049902" y="1941412"/>
                <a:ext cx="433080" cy="344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8FAA428-DBB9-D44E-9EC3-62D0FCC7D87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34782" y="1926292"/>
                  <a:ext cx="4633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3E5CF5-7859-E342-AA25-B5D8E8BD2EE5}"/>
                    </a:ext>
                  </a:extLst>
                </p14:cNvPr>
                <p14:cNvContentPartPr/>
                <p14:nvPr/>
              </p14:nvContentPartPr>
              <p14:xfrm>
                <a:off x="6844342" y="1775092"/>
                <a:ext cx="428040" cy="382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3E5CF5-7859-E342-AA25-B5D8E8BD2EE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28862" y="1759972"/>
                  <a:ext cx="45864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936CEDC-EEA2-5346-96E0-95A3A530590B}"/>
                    </a:ext>
                  </a:extLst>
                </p14:cNvPr>
                <p14:cNvContentPartPr/>
                <p14:nvPr/>
              </p14:nvContentPartPr>
              <p14:xfrm>
                <a:off x="7572262" y="1343452"/>
                <a:ext cx="419040" cy="690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936CEDC-EEA2-5346-96E0-95A3A53059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556782" y="1327972"/>
                  <a:ext cx="44928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AE0999-7DAE-C145-A4DA-A816BC97E327}"/>
                    </a:ext>
                  </a:extLst>
                </p14:cNvPr>
                <p14:cNvContentPartPr/>
                <p14:nvPr/>
              </p14:nvContentPartPr>
              <p14:xfrm>
                <a:off x="7326022" y="1929532"/>
                <a:ext cx="85680" cy="281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AE0999-7DAE-C145-A4DA-A816BC97E3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10902" y="1914052"/>
                  <a:ext cx="116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35FD81C-1C43-E243-94DA-DAECE419D0F0}"/>
                    </a:ext>
                  </a:extLst>
                </p14:cNvPr>
                <p14:cNvContentPartPr/>
                <p14:nvPr/>
              </p14:nvContentPartPr>
              <p14:xfrm>
                <a:off x="6270502" y="3281692"/>
                <a:ext cx="545040" cy="428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35FD81C-1C43-E243-94DA-DAECE419D0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55022" y="3266212"/>
                  <a:ext cx="5752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33D9008-17C5-F64A-A61B-50161E474967}"/>
                    </a:ext>
                  </a:extLst>
                </p14:cNvPr>
                <p14:cNvContentPartPr/>
                <p14:nvPr/>
              </p14:nvContentPartPr>
              <p14:xfrm>
                <a:off x="6900862" y="3193492"/>
                <a:ext cx="210600" cy="76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33D9008-17C5-F64A-A61B-50161E47496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85382" y="3178372"/>
                  <a:ext cx="241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F1D197-32CC-944E-BCD4-CE0ABD908F80}"/>
                    </a:ext>
                  </a:extLst>
                </p14:cNvPr>
                <p14:cNvContentPartPr/>
                <p14:nvPr/>
              </p14:nvContentPartPr>
              <p14:xfrm>
                <a:off x="6925342" y="3017452"/>
                <a:ext cx="37080" cy="25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F1D197-32CC-944E-BCD4-CE0ABD908F8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10222" y="3002332"/>
                  <a:ext cx="67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DEF49A-BE84-544E-A23D-C831B4174171}"/>
                    </a:ext>
                  </a:extLst>
                </p14:cNvPr>
                <p14:cNvContentPartPr/>
                <p14:nvPr/>
              </p14:nvContentPartPr>
              <p14:xfrm>
                <a:off x="7102822" y="2854012"/>
                <a:ext cx="449640" cy="269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DEF49A-BE84-544E-A23D-C831B417417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87702" y="2838532"/>
                  <a:ext cx="4802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F053086-6301-864E-A0B9-682204A43B15}"/>
                    </a:ext>
                  </a:extLst>
                </p14:cNvPr>
                <p14:cNvContentPartPr/>
                <p14:nvPr/>
              </p14:nvContentPartPr>
              <p14:xfrm>
                <a:off x="7465702" y="2325892"/>
                <a:ext cx="585000" cy="600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F053086-6301-864E-A0B9-682204A43B1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50222" y="2310412"/>
                  <a:ext cx="61560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AEA8A98-9044-F347-90A1-BB492A741C23}"/>
                    </a:ext>
                  </a:extLst>
                </p14:cNvPr>
                <p14:cNvContentPartPr/>
                <p14:nvPr/>
              </p14:nvContentPartPr>
              <p14:xfrm>
                <a:off x="8069422" y="2024212"/>
                <a:ext cx="325800" cy="306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AEA8A98-9044-F347-90A1-BB492A741C2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53942" y="2008732"/>
                  <a:ext cx="356400" cy="33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91903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0263-9CFF-634E-B2ED-BB2AE3E2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Laying out the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5901-ED58-0446-AB51-E54DC0F65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activity_.xml</a:t>
            </a:r>
            <a:r>
              <a:rPr lang="en-US" dirty="0"/>
              <a:t> (</a:t>
            </a:r>
            <a:r>
              <a:rPr lang="en-US" dirty="0" err="1"/>
              <a:t>snake_case</a:t>
            </a:r>
            <a:r>
              <a:rPr lang="en-US" dirty="0"/>
              <a:t>)</a:t>
            </a:r>
          </a:p>
          <a:p>
            <a:r>
              <a:rPr lang="en-US" dirty="0"/>
              <a:t>Views – building blocks</a:t>
            </a:r>
          </a:p>
          <a:p>
            <a:pPr lvl="1"/>
            <a:r>
              <a:rPr lang="en-US" dirty="0"/>
              <a:t>Widgets – text, image, buttons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Every widget is instance of a view</a:t>
            </a:r>
          </a:p>
          <a:p>
            <a:r>
              <a:rPr lang="en-US" dirty="0" err="1"/>
              <a:t>ViewGroup</a:t>
            </a:r>
            <a:r>
              <a:rPr lang="en-US" dirty="0"/>
              <a:t> – contains and arranges other views</a:t>
            </a:r>
          </a:p>
          <a:p>
            <a:pPr lvl="1"/>
            <a:r>
              <a:rPr lang="en-US" dirty="0" err="1"/>
              <a:t>ConstrainLayout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76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4E55-AFB7-2C41-99E0-B446461B6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2156E-DC2C-6D4E-901F-E14E34DCD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&lt;?xml version="1.0" encoding="utf-8"?&gt;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&lt;</a:t>
            </a:r>
            <a:r>
              <a:rPr lang="en-US" sz="800" dirty="0" err="1"/>
              <a:t>LinearLayout</a:t>
            </a:r>
            <a:r>
              <a:rPr lang="en-US" sz="800" dirty="0"/>
              <a:t> </a:t>
            </a:r>
            <a:r>
              <a:rPr lang="en-US" sz="800" dirty="0" err="1"/>
              <a:t>xmlns:android</a:t>
            </a:r>
            <a:r>
              <a:rPr lang="en-US" sz="800" dirty="0"/>
              <a:t>="http://</a:t>
            </a:r>
            <a:r>
              <a:rPr lang="en-US" sz="800" dirty="0" err="1"/>
              <a:t>schemas.android.com</a:t>
            </a:r>
            <a:r>
              <a:rPr lang="en-US" sz="800" dirty="0"/>
              <a:t>/</a:t>
            </a:r>
            <a:r>
              <a:rPr lang="en-US" sz="800" dirty="0" err="1"/>
              <a:t>apk</a:t>
            </a:r>
            <a:r>
              <a:rPr lang="en-US" sz="800" dirty="0"/>
              <a:t>/res/android"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</a:t>
            </a:r>
            <a:r>
              <a:rPr lang="en-US" sz="800" dirty="0" err="1"/>
              <a:t>android:layout_width</a:t>
            </a:r>
            <a:r>
              <a:rPr lang="en-US" sz="800" dirty="0"/>
              <a:t>="</a:t>
            </a:r>
            <a:r>
              <a:rPr lang="en-US" sz="800" dirty="0" err="1"/>
              <a:t>match_parent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</a:t>
            </a:r>
            <a:r>
              <a:rPr lang="en-US" sz="800" dirty="0" err="1"/>
              <a:t>android:layout_height</a:t>
            </a:r>
            <a:r>
              <a:rPr lang="en-US" sz="800" dirty="0"/>
              <a:t>="</a:t>
            </a:r>
            <a:r>
              <a:rPr lang="en-US" sz="800" dirty="0" err="1"/>
              <a:t>match_parent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</a:t>
            </a:r>
            <a:r>
              <a:rPr lang="en-US" sz="800" dirty="0" err="1"/>
              <a:t>android:gravity</a:t>
            </a:r>
            <a:r>
              <a:rPr lang="en-US" sz="800" dirty="0"/>
              <a:t>="center"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</a:t>
            </a:r>
            <a:r>
              <a:rPr lang="en-US" sz="800" dirty="0" err="1"/>
              <a:t>android:orientation</a:t>
            </a:r>
            <a:r>
              <a:rPr lang="en-US" sz="800" dirty="0"/>
              <a:t>="vertical"&gt;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&lt;</a:t>
            </a:r>
            <a:r>
              <a:rPr lang="en-US" sz="800" dirty="0" err="1"/>
              <a:t>TextView</a:t>
            </a: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</a:t>
            </a:r>
            <a:r>
              <a:rPr lang="en-US" sz="800" dirty="0" err="1"/>
              <a:t>android:layout_width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</a:t>
            </a:r>
            <a:r>
              <a:rPr lang="en-US" sz="800" dirty="0" err="1"/>
              <a:t>android:layout_height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</a:t>
            </a:r>
            <a:r>
              <a:rPr lang="en-US" sz="800" dirty="0" err="1"/>
              <a:t>android:padding</a:t>
            </a:r>
            <a:r>
              <a:rPr lang="en-US" sz="800" dirty="0"/>
              <a:t>="24dp"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</a:t>
            </a:r>
            <a:r>
              <a:rPr lang="en-US" sz="800" dirty="0" err="1"/>
              <a:t>android:text</a:t>
            </a:r>
            <a:r>
              <a:rPr lang="en-US" sz="800" dirty="0"/>
              <a:t>="@string/</a:t>
            </a:r>
            <a:r>
              <a:rPr lang="en-US" sz="800" dirty="0" err="1"/>
              <a:t>question_text</a:t>
            </a:r>
            <a:r>
              <a:rPr lang="en-US" sz="800" dirty="0"/>
              <a:t>"/&gt;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&lt;</a:t>
            </a:r>
            <a:r>
              <a:rPr lang="en-US" sz="800" dirty="0" err="1"/>
              <a:t>LinearLayout</a:t>
            </a: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</a:t>
            </a:r>
            <a:r>
              <a:rPr lang="en-US" sz="800" dirty="0" err="1"/>
              <a:t>android:layout_width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</a:t>
            </a:r>
            <a:r>
              <a:rPr lang="en-US" sz="800" dirty="0" err="1"/>
              <a:t>android:layout_height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&lt;Button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android:id</a:t>
            </a:r>
            <a:r>
              <a:rPr lang="en-US" sz="800" dirty="0"/>
              <a:t>="@+id/</a:t>
            </a:r>
            <a:r>
              <a:rPr lang="en-US" sz="800" dirty="0" err="1"/>
              <a:t>true_button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android:layout_width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android:layout_height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android:text</a:t>
            </a:r>
            <a:r>
              <a:rPr lang="en-US" sz="800" dirty="0"/>
              <a:t>="@string/</a:t>
            </a:r>
            <a:r>
              <a:rPr lang="en-US" sz="800" dirty="0" err="1"/>
              <a:t>true_button</a:t>
            </a:r>
            <a:r>
              <a:rPr lang="en-US" sz="800" dirty="0"/>
              <a:t>"/&gt;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&lt;Button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android:id</a:t>
            </a:r>
            <a:r>
              <a:rPr lang="en-US" sz="800" dirty="0"/>
              <a:t>="@+id/</a:t>
            </a:r>
            <a:r>
              <a:rPr lang="en-US" sz="800" dirty="0" err="1"/>
              <a:t>false_button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android:layout_width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android:layout_height</a:t>
            </a:r>
            <a:r>
              <a:rPr lang="en-US" sz="800" dirty="0"/>
              <a:t>="</a:t>
            </a:r>
            <a:r>
              <a:rPr lang="en-US" sz="800" dirty="0" err="1"/>
              <a:t>wrap_content</a:t>
            </a:r>
            <a:r>
              <a:rPr lang="en-US" sz="800" dirty="0"/>
              <a:t>"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        </a:t>
            </a:r>
            <a:r>
              <a:rPr lang="en-US" sz="800" dirty="0" err="1"/>
              <a:t>android:text</a:t>
            </a:r>
            <a:r>
              <a:rPr lang="en-US" sz="800" dirty="0"/>
              <a:t>="@string/</a:t>
            </a:r>
            <a:r>
              <a:rPr lang="en-US" sz="800" dirty="0" err="1"/>
              <a:t>false_button</a:t>
            </a:r>
            <a:r>
              <a:rPr lang="en-US" sz="800" dirty="0"/>
              <a:t>"/&gt;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    &lt;/</a:t>
            </a:r>
            <a:r>
              <a:rPr lang="en-US" sz="800" dirty="0" err="1"/>
              <a:t>LinearLayout</a:t>
            </a:r>
            <a:r>
              <a:rPr lang="en-US" sz="800" dirty="0"/>
              <a:t>&gt;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/>
              <a:t>&lt;/</a:t>
            </a:r>
            <a:r>
              <a:rPr lang="en-US" sz="800" dirty="0" err="1"/>
              <a:t>LinearLayout</a:t>
            </a:r>
            <a:r>
              <a:rPr lang="en-US" sz="800" dirty="0"/>
              <a:t>&gt;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1A9E0AD-1665-9040-AB71-BE9A0F982BC3}"/>
              </a:ext>
            </a:extLst>
          </p:cNvPr>
          <p:cNvGrpSpPr/>
          <p:nvPr/>
        </p:nvGrpSpPr>
        <p:grpSpPr>
          <a:xfrm>
            <a:off x="7219102" y="2267572"/>
            <a:ext cx="4000320" cy="823320"/>
            <a:chOff x="7219102" y="2267572"/>
            <a:chExt cx="4000320" cy="82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D34AA8-C37F-954A-AAF5-EB2CD9739339}"/>
                    </a:ext>
                  </a:extLst>
                </p14:cNvPr>
                <p14:cNvContentPartPr/>
                <p14:nvPr/>
              </p14:nvContentPartPr>
              <p14:xfrm>
                <a:off x="7219102" y="2311132"/>
                <a:ext cx="341640" cy="414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CD34AA8-C37F-954A-AAF5-EB2CD973933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03982" y="2295652"/>
                  <a:ext cx="37188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CDBAA7-7AFF-8A47-8780-492EE94BB2F3}"/>
                    </a:ext>
                  </a:extLst>
                </p14:cNvPr>
                <p14:cNvContentPartPr/>
                <p14:nvPr/>
              </p14:nvContentPartPr>
              <p14:xfrm>
                <a:off x="7534462" y="2603452"/>
                <a:ext cx="37800" cy="134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CDBAA7-7AFF-8A47-8780-492EE94BB2F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19342" y="2588332"/>
                  <a:ext cx="684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7F510BE-6B8B-F242-AA61-7F416CD1C58D}"/>
                    </a:ext>
                  </a:extLst>
                </p14:cNvPr>
                <p14:cNvContentPartPr/>
                <p14:nvPr/>
              </p14:nvContentPartPr>
              <p14:xfrm>
                <a:off x="7698262" y="2423452"/>
                <a:ext cx="2880" cy="5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7F510BE-6B8B-F242-AA61-7F416CD1C5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83142" y="2407972"/>
                  <a:ext cx="33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3F2DF0F-F2FB-0845-B25E-FDF061705472}"/>
                    </a:ext>
                  </a:extLst>
                </p14:cNvPr>
                <p14:cNvContentPartPr/>
                <p14:nvPr/>
              </p14:nvContentPartPr>
              <p14:xfrm>
                <a:off x="7661902" y="2629012"/>
                <a:ext cx="424080" cy="104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3F2DF0F-F2FB-0845-B25E-FDF06170547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46422" y="2613892"/>
                  <a:ext cx="454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40F519-CDD5-7943-9F45-0376C65025B6}"/>
                    </a:ext>
                  </a:extLst>
                </p14:cNvPr>
                <p14:cNvContentPartPr/>
                <p14:nvPr/>
              </p14:nvContentPartPr>
              <p14:xfrm>
                <a:off x="8208742" y="2604892"/>
                <a:ext cx="239760" cy="8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40F519-CDD5-7943-9F45-0376C65025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93262" y="2589412"/>
                  <a:ext cx="2703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35058E3-638C-AA4F-81D1-EF46A194AF64}"/>
                    </a:ext>
                  </a:extLst>
                </p14:cNvPr>
                <p14:cNvContentPartPr/>
                <p14:nvPr/>
              </p14:nvContentPartPr>
              <p14:xfrm>
                <a:off x="8529502" y="2527492"/>
                <a:ext cx="241200" cy="13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35058E3-638C-AA4F-81D1-EF46A194AF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14382" y="2512372"/>
                  <a:ext cx="271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A74B44-EAD2-9047-B78C-9FF74A8CEED8}"/>
                    </a:ext>
                  </a:extLst>
                </p14:cNvPr>
                <p14:cNvContentPartPr/>
                <p14:nvPr/>
              </p14:nvContentPartPr>
              <p14:xfrm>
                <a:off x="9081742" y="2267572"/>
                <a:ext cx="467280" cy="587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A74B44-EAD2-9047-B78C-9FF74A8CEE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66622" y="2252452"/>
                  <a:ext cx="49788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81B1673-AC61-174A-AA7C-A869A2295962}"/>
                    </a:ext>
                  </a:extLst>
                </p14:cNvPr>
                <p14:cNvContentPartPr/>
                <p14:nvPr/>
              </p14:nvContentPartPr>
              <p14:xfrm>
                <a:off x="9451102" y="2715772"/>
                <a:ext cx="586440" cy="375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81B1673-AC61-174A-AA7C-A869A229596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35982" y="2700652"/>
                  <a:ext cx="61704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411BFF1-5542-2846-A6BD-A73D025CBFF7}"/>
                    </a:ext>
                  </a:extLst>
                </p14:cNvPr>
                <p14:cNvContentPartPr/>
                <p14:nvPr/>
              </p14:nvContentPartPr>
              <p14:xfrm>
                <a:off x="10234822" y="2671492"/>
                <a:ext cx="138600" cy="140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411BFF1-5542-2846-A6BD-A73D025CBFF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19702" y="2656372"/>
                  <a:ext cx="168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822C31-E684-6341-A641-9A4E7E172EED}"/>
                    </a:ext>
                  </a:extLst>
                </p14:cNvPr>
                <p14:cNvContentPartPr/>
                <p14:nvPr/>
              </p14:nvContentPartPr>
              <p14:xfrm>
                <a:off x="10580062" y="2308252"/>
                <a:ext cx="513360" cy="456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822C31-E684-6341-A641-9A4E7E172EE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564942" y="2293132"/>
                  <a:ext cx="5439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3F3357-5069-3842-924C-776A94CFB827}"/>
                    </a:ext>
                  </a:extLst>
                </p14:cNvPr>
                <p14:cNvContentPartPr/>
                <p14:nvPr/>
              </p14:nvContentPartPr>
              <p14:xfrm>
                <a:off x="10902262" y="2532892"/>
                <a:ext cx="317160" cy="20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3F3357-5069-3842-924C-776A94CFB82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886782" y="2517772"/>
                  <a:ext cx="34776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055B29-547B-FF4A-AD3A-9C2CECF65A5E}"/>
                  </a:ext>
                </a:extLst>
              </p14:cNvPr>
              <p14:cNvContentPartPr/>
              <p14:nvPr/>
            </p14:nvContentPartPr>
            <p14:xfrm>
              <a:off x="7490542" y="3207172"/>
              <a:ext cx="1210680" cy="550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055B29-547B-FF4A-AD3A-9C2CECF65A5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475422" y="3191692"/>
                <a:ext cx="1241280" cy="58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EBF78BB-D552-5E49-AE81-46FB2466F095}"/>
                  </a:ext>
                </a:extLst>
              </p14:cNvPr>
              <p14:cNvContentPartPr/>
              <p14:nvPr/>
            </p14:nvContentPartPr>
            <p14:xfrm>
              <a:off x="8643622" y="3235612"/>
              <a:ext cx="1151640" cy="6472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EBF78BB-D552-5E49-AE81-46FB2466F09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628502" y="3220132"/>
                <a:ext cx="1182240" cy="67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3E49C0C-E725-8A4B-93CD-3FC2B7000C0D}"/>
              </a:ext>
            </a:extLst>
          </p:cNvPr>
          <p:cNvGrpSpPr/>
          <p:nvPr/>
        </p:nvGrpSpPr>
        <p:grpSpPr>
          <a:xfrm>
            <a:off x="5888542" y="3750052"/>
            <a:ext cx="2546640" cy="588960"/>
            <a:chOff x="5888542" y="3750052"/>
            <a:chExt cx="254664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512BBA-9FAE-E84C-808C-47E4544EDF4C}"/>
                    </a:ext>
                  </a:extLst>
                </p14:cNvPr>
                <p14:cNvContentPartPr/>
                <p14:nvPr/>
              </p14:nvContentPartPr>
              <p14:xfrm>
                <a:off x="5888542" y="3750052"/>
                <a:ext cx="663480" cy="322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512BBA-9FAE-E84C-808C-47E4544EDF4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873422" y="3734572"/>
                  <a:ext cx="69408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115402-C6E6-5341-B5FF-744FAA28999C}"/>
                    </a:ext>
                  </a:extLst>
                </p14:cNvPr>
                <p14:cNvContentPartPr/>
                <p14:nvPr/>
              </p14:nvContentPartPr>
              <p14:xfrm>
                <a:off x="6072142" y="4000252"/>
                <a:ext cx="33480" cy="33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115402-C6E6-5341-B5FF-744FAA28999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056662" y="3985132"/>
                  <a:ext cx="640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3BAFAF-F578-C24C-914D-F3970F3C4690}"/>
                    </a:ext>
                  </a:extLst>
                </p14:cNvPr>
                <p14:cNvContentPartPr/>
                <p14:nvPr/>
              </p14:nvContentPartPr>
              <p14:xfrm>
                <a:off x="6270502" y="4128772"/>
                <a:ext cx="342720" cy="149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3BAFAF-F578-C24C-914D-F3970F3C469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55022" y="4113652"/>
                  <a:ext cx="373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F5CF0D-14D5-564F-A96C-65B3C21868CB}"/>
                    </a:ext>
                  </a:extLst>
                </p14:cNvPr>
                <p14:cNvContentPartPr/>
                <p14:nvPr/>
              </p14:nvContentPartPr>
              <p14:xfrm>
                <a:off x="6673702" y="4132372"/>
                <a:ext cx="155880" cy="156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F5CF0D-14D5-564F-A96C-65B3C21868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658582" y="4117252"/>
                  <a:ext cx="186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5520B7-4591-5C46-8963-DF77C44A7853}"/>
                    </a:ext>
                  </a:extLst>
                </p14:cNvPr>
                <p14:cNvContentPartPr/>
                <p14:nvPr/>
              </p14:nvContentPartPr>
              <p14:xfrm>
                <a:off x="6679102" y="4112572"/>
                <a:ext cx="227880" cy="181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5520B7-4591-5C46-8963-DF77C44A785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663982" y="4097452"/>
                  <a:ext cx="2581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13FB50-ABE1-9544-9404-E9E73BE99C42}"/>
                    </a:ext>
                  </a:extLst>
                </p14:cNvPr>
                <p14:cNvContentPartPr/>
                <p14:nvPr/>
              </p14:nvContentPartPr>
              <p14:xfrm>
                <a:off x="6986542" y="3840772"/>
                <a:ext cx="45000" cy="414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13FB50-ABE1-9544-9404-E9E73BE99C4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971062" y="3825652"/>
                  <a:ext cx="756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0FB3FC7-AAEC-FA47-B9DA-CA8745C55F68}"/>
                    </a:ext>
                  </a:extLst>
                </p14:cNvPr>
                <p14:cNvContentPartPr/>
                <p14:nvPr/>
              </p14:nvContentPartPr>
              <p14:xfrm>
                <a:off x="6853702" y="4075852"/>
                <a:ext cx="363240" cy="53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0FB3FC7-AAEC-FA47-B9DA-CA8745C55F6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838582" y="4060732"/>
                  <a:ext cx="393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AF75338-18D9-D54F-8C11-C4A1507EFC5D}"/>
                    </a:ext>
                  </a:extLst>
                </p14:cNvPr>
                <p14:cNvContentPartPr/>
                <p14:nvPr/>
              </p14:nvContentPartPr>
              <p14:xfrm>
                <a:off x="7254382" y="4115452"/>
                <a:ext cx="244080" cy="203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AF75338-18D9-D54F-8C11-C4A1507EFC5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39262" y="4099972"/>
                  <a:ext cx="2743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CE823C-699D-2946-806F-F626810A1EEF}"/>
                    </a:ext>
                  </a:extLst>
                </p14:cNvPr>
                <p14:cNvContentPartPr/>
                <p14:nvPr/>
              </p14:nvContentPartPr>
              <p14:xfrm>
                <a:off x="7595302" y="4141012"/>
                <a:ext cx="32760" cy="160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CE823C-699D-2946-806F-F626810A1EE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80182" y="4125892"/>
                  <a:ext cx="63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811EE27-335C-3E49-A96F-126DFA9A7977}"/>
                    </a:ext>
                  </a:extLst>
                </p14:cNvPr>
                <p14:cNvContentPartPr/>
                <p14:nvPr/>
              </p14:nvContentPartPr>
              <p14:xfrm>
                <a:off x="7629502" y="4014652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811EE27-335C-3E49-A96F-126DFA9A797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614022" y="3999532"/>
                  <a:ext cx="30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B57F46E-FC42-7242-AE94-24E270224387}"/>
                    </a:ext>
                  </a:extLst>
                </p14:cNvPr>
                <p14:cNvContentPartPr/>
                <p14:nvPr/>
              </p14:nvContentPartPr>
              <p14:xfrm>
                <a:off x="7763422" y="4149292"/>
                <a:ext cx="502560" cy="144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B57F46E-FC42-7242-AE94-24E27022438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747942" y="4133812"/>
                  <a:ext cx="533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4150DDA-BCAF-A344-9B05-6F8ADDDDD880}"/>
                    </a:ext>
                  </a:extLst>
                </p14:cNvPr>
                <p14:cNvContentPartPr/>
                <p14:nvPr/>
              </p14:nvContentPartPr>
              <p14:xfrm>
                <a:off x="8226382" y="4103212"/>
                <a:ext cx="208800" cy="227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4150DDA-BCAF-A344-9B05-6F8ADDDDD88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10902" y="4088092"/>
                  <a:ext cx="23940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A963D09-0592-4444-9986-E6D7684D7468}"/>
              </a:ext>
            </a:extLst>
          </p:cNvPr>
          <p:cNvGrpSpPr/>
          <p:nvPr/>
        </p:nvGrpSpPr>
        <p:grpSpPr>
          <a:xfrm>
            <a:off x="9089662" y="3886492"/>
            <a:ext cx="3189240" cy="2076840"/>
            <a:chOff x="9089662" y="3886492"/>
            <a:chExt cx="3189240" cy="20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CFA1FF9-9BD4-EC4F-845A-0233795C4C3A}"/>
                    </a:ext>
                  </a:extLst>
                </p14:cNvPr>
                <p14:cNvContentPartPr/>
                <p14:nvPr/>
              </p14:nvContentPartPr>
              <p14:xfrm>
                <a:off x="9878782" y="3886492"/>
                <a:ext cx="441720" cy="38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CFA1FF9-9BD4-EC4F-845A-0233795C4C3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863662" y="3871372"/>
                  <a:ext cx="4723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6669ECF-2FED-F945-BF45-FC3F46E00011}"/>
                    </a:ext>
                  </a:extLst>
                </p14:cNvPr>
                <p14:cNvContentPartPr/>
                <p14:nvPr/>
              </p14:nvContentPartPr>
              <p14:xfrm>
                <a:off x="10313302" y="4128772"/>
                <a:ext cx="21960" cy="13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6669ECF-2FED-F945-BF45-FC3F46E0001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298182" y="4113652"/>
                  <a:ext cx="52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5ECC145-A158-7343-9A23-4CA3864CED28}"/>
                    </a:ext>
                  </a:extLst>
                </p14:cNvPr>
                <p14:cNvContentPartPr/>
                <p14:nvPr/>
              </p14:nvContentPartPr>
              <p14:xfrm>
                <a:off x="10386742" y="4000252"/>
                <a:ext cx="10800" cy="5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5ECC145-A158-7343-9A23-4CA3864CED2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371622" y="3985132"/>
                  <a:ext cx="41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682634-96DC-664C-9B2E-F620716E7D9D}"/>
                    </a:ext>
                  </a:extLst>
                </p14:cNvPr>
                <p14:cNvContentPartPr/>
                <p14:nvPr/>
              </p14:nvContentPartPr>
              <p14:xfrm>
                <a:off x="10463782" y="4114732"/>
                <a:ext cx="874800" cy="168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682634-96DC-664C-9B2E-F620716E7D9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448302" y="4099252"/>
                  <a:ext cx="905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A31DEE-E59D-034E-A63C-736637B2354D}"/>
                    </a:ext>
                  </a:extLst>
                </p14:cNvPr>
                <p14:cNvContentPartPr/>
                <p14:nvPr/>
              </p14:nvContentPartPr>
              <p14:xfrm>
                <a:off x="11351542" y="4081612"/>
                <a:ext cx="254880" cy="122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A31DEE-E59D-034E-A63C-736637B2354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336422" y="4066132"/>
                  <a:ext cx="2854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B95B6C5-CBCA-A044-ACF3-8AF387E5EDA6}"/>
                    </a:ext>
                  </a:extLst>
                </p14:cNvPr>
                <p14:cNvContentPartPr/>
                <p14:nvPr/>
              </p14:nvContentPartPr>
              <p14:xfrm>
                <a:off x="10958422" y="4368532"/>
                <a:ext cx="7920" cy="2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B95B6C5-CBCA-A044-ACF3-8AF387E5EDA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942942" y="4353052"/>
                  <a:ext cx="381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E1AB52-9E69-EE47-9815-3A9D04F85BBB}"/>
                    </a:ext>
                  </a:extLst>
                </p14:cNvPr>
                <p14:cNvContentPartPr/>
                <p14:nvPr/>
              </p14:nvContentPartPr>
              <p14:xfrm>
                <a:off x="10727662" y="4388692"/>
                <a:ext cx="324000" cy="378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E1AB52-9E69-EE47-9815-3A9D04F85BB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12542" y="4373572"/>
                  <a:ext cx="3542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9A39CDF-C7FF-4047-9AA8-414925784F95}"/>
                    </a:ext>
                  </a:extLst>
                </p14:cNvPr>
                <p14:cNvContentPartPr/>
                <p14:nvPr/>
              </p14:nvContentPartPr>
              <p14:xfrm>
                <a:off x="10938622" y="4624132"/>
                <a:ext cx="534960" cy="36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9A39CDF-C7FF-4047-9AA8-414925784F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923502" y="4609012"/>
                  <a:ext cx="5655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A90D71-979C-5B46-A2A8-B462ABC64F87}"/>
                    </a:ext>
                  </a:extLst>
                </p14:cNvPr>
                <p14:cNvContentPartPr/>
                <p14:nvPr/>
              </p14:nvContentPartPr>
              <p14:xfrm>
                <a:off x="11648182" y="4233172"/>
                <a:ext cx="543240" cy="507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A90D71-979C-5B46-A2A8-B462ABC64F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632702" y="4217692"/>
                  <a:ext cx="57348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F93CDCE-05AB-A349-A230-2034985B1B3E}"/>
                    </a:ext>
                  </a:extLst>
                </p14:cNvPr>
                <p14:cNvContentPartPr/>
                <p14:nvPr/>
              </p14:nvContentPartPr>
              <p14:xfrm>
                <a:off x="11896942" y="4384372"/>
                <a:ext cx="223560" cy="30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F93CDCE-05AB-A349-A230-2034985B1B3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881822" y="4368892"/>
                  <a:ext cx="254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3FCC109-EA1C-3544-8A0A-CB939FB00BF6}"/>
                    </a:ext>
                  </a:extLst>
                </p14:cNvPr>
                <p14:cNvContentPartPr/>
                <p14:nvPr/>
              </p14:nvContentPartPr>
              <p14:xfrm>
                <a:off x="9667822" y="4886212"/>
                <a:ext cx="782640" cy="496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3FCC109-EA1C-3544-8A0A-CB939FB00BF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652342" y="4870732"/>
                  <a:ext cx="8132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F9820E0-15AD-714D-B887-A67D4F1060EA}"/>
                    </a:ext>
                  </a:extLst>
                </p14:cNvPr>
                <p14:cNvContentPartPr/>
                <p14:nvPr/>
              </p14:nvContentPartPr>
              <p14:xfrm>
                <a:off x="10471342" y="4884052"/>
                <a:ext cx="547920" cy="568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F9820E0-15AD-714D-B887-A67D4F1060E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455862" y="4868932"/>
                  <a:ext cx="57816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91AB0F5-BB1F-E14F-92C1-D793C2304FEA}"/>
                    </a:ext>
                  </a:extLst>
                </p14:cNvPr>
                <p14:cNvContentPartPr/>
                <p14:nvPr/>
              </p14:nvContentPartPr>
              <p14:xfrm>
                <a:off x="9089662" y="5559772"/>
                <a:ext cx="27360" cy="273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91AB0F5-BB1F-E14F-92C1-D793C2304FE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74542" y="5544292"/>
                  <a:ext cx="57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3C1CF2-35B9-884E-8AC5-38D3235D86BD}"/>
                    </a:ext>
                  </a:extLst>
                </p14:cNvPr>
                <p14:cNvContentPartPr/>
                <p14:nvPr/>
              </p14:nvContentPartPr>
              <p14:xfrm>
                <a:off x="9171022" y="5382292"/>
                <a:ext cx="217800" cy="507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3C1CF2-35B9-884E-8AC5-38D3235D86B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55902" y="5366812"/>
                  <a:ext cx="2480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328BDDC-A7E1-F24A-9709-CE76E91E73D2}"/>
                    </a:ext>
                  </a:extLst>
                </p14:cNvPr>
                <p14:cNvContentPartPr/>
                <p14:nvPr/>
              </p14:nvContentPartPr>
              <p14:xfrm>
                <a:off x="9456502" y="5440612"/>
                <a:ext cx="329400" cy="395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328BDDC-A7E1-F24A-9709-CE76E91E73D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41382" y="5425132"/>
                  <a:ext cx="35964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706C5E-1097-984A-A5E5-8A483484AB6D}"/>
                    </a:ext>
                  </a:extLst>
                </p14:cNvPr>
                <p14:cNvContentPartPr/>
                <p14:nvPr/>
              </p14:nvContentPartPr>
              <p14:xfrm>
                <a:off x="9900382" y="5414692"/>
                <a:ext cx="45000" cy="398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706C5E-1097-984A-A5E5-8A483484AB6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85262" y="5399572"/>
                  <a:ext cx="756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63959AA-8D44-2C46-8761-93429B10A779}"/>
                    </a:ext>
                  </a:extLst>
                </p14:cNvPr>
                <p14:cNvContentPartPr/>
                <p14:nvPr/>
              </p14:nvContentPartPr>
              <p14:xfrm>
                <a:off x="9755662" y="5679292"/>
                <a:ext cx="831600" cy="156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63959AA-8D44-2C46-8761-93429B10A77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740542" y="5663812"/>
                  <a:ext cx="861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683CA12-6D26-9842-BE32-62511145FE75}"/>
                    </a:ext>
                  </a:extLst>
                </p14:cNvPr>
                <p14:cNvContentPartPr/>
                <p14:nvPr/>
              </p14:nvContentPartPr>
              <p14:xfrm>
                <a:off x="11089102" y="5586772"/>
                <a:ext cx="68040" cy="242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683CA12-6D26-9842-BE32-62511145FE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073622" y="5571292"/>
                  <a:ext cx="986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219EA6-F523-534E-BF33-F69CF7A5D3ED}"/>
                    </a:ext>
                  </a:extLst>
                </p14:cNvPr>
                <p14:cNvContentPartPr/>
                <p14:nvPr/>
              </p14:nvContentPartPr>
              <p14:xfrm>
                <a:off x="11109262" y="5435212"/>
                <a:ext cx="686520" cy="48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219EA6-F523-534E-BF33-F69CF7A5D3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094142" y="5419732"/>
                  <a:ext cx="7171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DACFD3B-D163-F347-9D75-05024902BD35}"/>
                    </a:ext>
                  </a:extLst>
                </p14:cNvPr>
                <p14:cNvContentPartPr/>
                <p14:nvPr/>
              </p14:nvContentPartPr>
              <p14:xfrm>
                <a:off x="11844022" y="5521612"/>
                <a:ext cx="49320" cy="330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DACFD3B-D163-F347-9D75-05024902BD3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828902" y="5506492"/>
                  <a:ext cx="795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AA38B5A-2E73-004D-8629-E927A3639A03}"/>
                    </a:ext>
                  </a:extLst>
                </p14:cNvPr>
                <p14:cNvContentPartPr/>
                <p14:nvPr/>
              </p14:nvContentPartPr>
              <p14:xfrm>
                <a:off x="11683102" y="5696212"/>
                <a:ext cx="595800" cy="26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AA38B5A-2E73-004D-8629-E927A3639A0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667982" y="5681092"/>
                  <a:ext cx="626400" cy="29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775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4DB24-9348-3147-B477-FC5CB0E7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resources &amp; View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F21D9-0DC5-8C4E-AAF2-51BCEA36C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Default strings file res/values/</a:t>
            </a:r>
            <a:r>
              <a:rPr lang="en-US" dirty="0" err="1"/>
              <a:t>strings.xml</a:t>
            </a:r>
            <a:endParaRPr lang="en-US" dirty="0"/>
          </a:p>
          <a:p>
            <a:r>
              <a:rPr lang="en-US" dirty="0"/>
              <a:t>Used for localization</a:t>
            </a:r>
          </a:p>
          <a:p>
            <a:r>
              <a:rPr lang="en-US" dirty="0"/>
              <a:t>Translation editor to create values</a:t>
            </a:r>
          </a:p>
          <a:p>
            <a:r>
              <a:rPr lang="en-US" dirty="0" err="1"/>
              <a:t>AppCompatActivity</a:t>
            </a:r>
            <a:r>
              <a:rPr lang="en-US" dirty="0"/>
              <a:t> – provides support for older versions of android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3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91FE-4C99-444D-B5DE-EAAF5ACE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Wiring up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DF298-2BC7-D944-9436-D59DB5EAB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reference to the view objects</a:t>
            </a:r>
          </a:p>
          <a:p>
            <a:pPr lvl="1"/>
            <a:r>
              <a:rPr lang="en-US" dirty="0" err="1"/>
              <a:t>Activity.findViewById</a:t>
            </a:r>
            <a:r>
              <a:rPr lang="en-US" dirty="0"/>
              <a:t>(Int)</a:t>
            </a:r>
          </a:p>
          <a:p>
            <a:pPr lvl="1"/>
            <a:r>
              <a:rPr lang="en-US" dirty="0" err="1"/>
              <a:t>trueButton</a:t>
            </a:r>
            <a:r>
              <a:rPr lang="en-US" dirty="0"/>
              <a:t> = </a:t>
            </a:r>
            <a:r>
              <a:rPr lang="en-US" dirty="0" err="1"/>
              <a:t>findViewById</a:t>
            </a:r>
            <a:r>
              <a:rPr lang="en-US" dirty="0"/>
              <a:t>(</a:t>
            </a:r>
            <a:r>
              <a:rPr lang="en-US" dirty="0" err="1"/>
              <a:t>R.id.true_button</a:t>
            </a:r>
            <a:r>
              <a:rPr lang="en-US" dirty="0"/>
              <a:t>)</a:t>
            </a:r>
          </a:p>
          <a:p>
            <a:r>
              <a:rPr lang="en-US" dirty="0"/>
              <a:t>Set listeners on those objects to respond to user actions</a:t>
            </a:r>
          </a:p>
          <a:p>
            <a:pPr lvl="1"/>
            <a:r>
              <a:rPr lang="en-US" dirty="0" err="1"/>
              <a:t>trueButton.setOnClickListener</a:t>
            </a:r>
            <a:r>
              <a:rPr lang="en-US" dirty="0"/>
              <a:t>{	code goes here	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697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2921-2906-DC4F-B30F-27557E1A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F6E7A-521B-D941-9C34-1169E1042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Since Android Studio 3.6</a:t>
            </a:r>
          </a:p>
          <a:p>
            <a:r>
              <a:rPr lang="en-US" dirty="0"/>
              <a:t>Enable view binding using </a:t>
            </a:r>
            <a:r>
              <a:rPr lang="en-US" dirty="0" err="1"/>
              <a:t>build.gradle</a:t>
            </a:r>
            <a:r>
              <a:rPr lang="en-US" dirty="0"/>
              <a:t> (Module: </a:t>
            </a:r>
            <a:r>
              <a:rPr lang="en-US" dirty="0" err="1"/>
              <a:t>AndroidSample.app</a:t>
            </a:r>
            <a:r>
              <a:rPr lang="en-US" dirty="0"/>
              <a:t>) file</a:t>
            </a:r>
          </a:p>
          <a:p>
            <a:r>
              <a:rPr lang="en-US" dirty="0"/>
              <a:t>android {</a:t>
            </a:r>
          </a:p>
          <a:p>
            <a:pPr lvl="1"/>
            <a:r>
              <a:rPr lang="en-US" dirty="0" err="1"/>
              <a:t>buildFeatures</a:t>
            </a:r>
            <a:r>
              <a:rPr lang="en-US" dirty="0"/>
              <a:t> {</a:t>
            </a:r>
          </a:p>
          <a:p>
            <a:pPr lvl="1"/>
            <a:r>
              <a:rPr lang="en-US" dirty="0" err="1"/>
              <a:t>viewBinding</a:t>
            </a:r>
            <a:r>
              <a:rPr lang="en-US" dirty="0"/>
              <a:t> true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For a layout file named </a:t>
            </a:r>
            <a:r>
              <a:rPr lang="en-US" dirty="0" err="1"/>
              <a:t>activity_main.xml</a:t>
            </a:r>
            <a:r>
              <a:rPr lang="en-US" dirty="0"/>
              <a:t>, binding class generated by Android Studio will be named </a:t>
            </a:r>
            <a:r>
              <a:rPr lang="en-US" dirty="0" err="1"/>
              <a:t>ActivityMainBinding</a:t>
            </a:r>
            <a:endParaRPr lang="en-US" dirty="0"/>
          </a:p>
          <a:p>
            <a:pPr lvl="1"/>
            <a:r>
              <a:rPr lang="en-US" dirty="0"/>
              <a:t>import </a:t>
            </a:r>
            <a:r>
              <a:rPr lang="en-US" dirty="0" err="1"/>
              <a:t>com.example.androidsample.databinding.ActivityMainBinding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012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1790-51C5-4249-8371-810EF35E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3CBF-879D-4840-8619-89DDA0B8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err="1"/>
              <a:t>MainActivity</a:t>
            </a:r>
            <a:r>
              <a:rPr lang="en-US" dirty="0"/>
              <a:t> : </a:t>
            </a:r>
            <a:r>
              <a:rPr lang="en-US" dirty="0" err="1"/>
              <a:t>AppCompatActivity</a:t>
            </a:r>
            <a:r>
              <a:rPr lang="en-US" dirty="0"/>
              <a:t>() {</a:t>
            </a:r>
          </a:p>
          <a:p>
            <a:pPr lvl="1"/>
            <a:r>
              <a:rPr lang="en-US" dirty="0"/>
              <a:t>private </a:t>
            </a:r>
            <a:r>
              <a:rPr lang="en-US" dirty="0" err="1"/>
              <a:t>lateinit</a:t>
            </a:r>
            <a:r>
              <a:rPr lang="en-US" dirty="0"/>
              <a:t> var binding: </a:t>
            </a:r>
            <a:r>
              <a:rPr lang="en-US" dirty="0" err="1"/>
              <a:t>ActivityMainBinding</a:t>
            </a:r>
            <a:endParaRPr lang="en-US" dirty="0"/>
          </a:p>
          <a:p>
            <a:r>
              <a:rPr lang="en-US" dirty="0"/>
              <a:t>override fun </a:t>
            </a:r>
            <a:r>
              <a:rPr lang="en-US" dirty="0" err="1"/>
              <a:t>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: Bundle?) {</a:t>
            </a:r>
          </a:p>
          <a:p>
            <a:pPr lvl="1"/>
            <a:r>
              <a:rPr lang="en-US" dirty="0" err="1"/>
              <a:t>super.onCreate</a:t>
            </a:r>
            <a:r>
              <a:rPr lang="en-US" dirty="0"/>
              <a:t>(</a:t>
            </a:r>
            <a:r>
              <a:rPr lang="en-US" dirty="0" err="1"/>
              <a:t>savedInstanceState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binding = </a:t>
            </a:r>
            <a:r>
              <a:rPr lang="en-US" dirty="0" err="1"/>
              <a:t>ActivityMainBinding.inflate</a:t>
            </a:r>
            <a:r>
              <a:rPr lang="en-US" dirty="0"/>
              <a:t>(</a:t>
            </a:r>
            <a:r>
              <a:rPr lang="en-US" dirty="0" err="1"/>
              <a:t>layoutInflater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setContentView</a:t>
            </a:r>
            <a:r>
              <a:rPr lang="en-US" dirty="0"/>
              <a:t>(</a:t>
            </a:r>
            <a:r>
              <a:rPr lang="en-US" dirty="0" err="1"/>
              <a:t>binding.root</a:t>
            </a:r>
            <a:r>
              <a:rPr lang="en-US" dirty="0"/>
              <a:t>)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09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2E8B-2B24-E74E-AB37-56E6F6CE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Toasts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76BA4-59B5-DC40-B34B-C3ABABE2A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Pop-up message – Toast</a:t>
            </a:r>
          </a:p>
          <a:p>
            <a:r>
              <a:rPr lang="en-US" dirty="0" err="1"/>
              <a:t>makeText</a:t>
            </a:r>
            <a:r>
              <a:rPr lang="en-US" dirty="0"/>
              <a:t>(context: Context, </a:t>
            </a:r>
            <a:r>
              <a:rPr lang="en-US" dirty="0" err="1"/>
              <a:t>resId</a:t>
            </a:r>
            <a:r>
              <a:rPr lang="en-US" dirty="0"/>
              <a:t>: Int, duration: Int)</a:t>
            </a:r>
          </a:p>
          <a:p>
            <a:r>
              <a:rPr lang="en-US" dirty="0" err="1"/>
              <a:t>Toast.show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7313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63A4-0CBC-E146-A8B0-E250615D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4DF1E-ABA5-3A43-8630-A6AE05264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application is a separate process</a:t>
            </a:r>
          </a:p>
          <a:p>
            <a:r>
              <a:rPr lang="en-US" dirty="0"/>
              <a:t>If resources on device are maxed, system will start killing processes</a:t>
            </a:r>
          </a:p>
          <a:p>
            <a:pPr lvl="1"/>
            <a:r>
              <a:rPr lang="en-US" dirty="0"/>
              <a:t>Priority and state</a:t>
            </a:r>
          </a:p>
          <a:p>
            <a:pPr lvl="1"/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0E2AC23-8C9D-7540-81EC-FEEBCAA199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1427556"/>
              </p:ext>
            </p:extLst>
          </p:nvPr>
        </p:nvGraphicFramePr>
        <p:xfrm>
          <a:off x="4584030" y="3007895"/>
          <a:ext cx="4271211" cy="3346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349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D046E-6480-E041-85A6-E080CC77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state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FF359B-4E84-AF4B-92F5-F00878640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4655" y="2108200"/>
            <a:ext cx="3983016" cy="37607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B654DA-F8AF-244E-B9B5-8862E26B826B}"/>
              </a:ext>
            </a:extLst>
          </p:cNvPr>
          <p:cNvSpPr/>
          <p:nvPr/>
        </p:nvSpPr>
        <p:spPr>
          <a:xfrm>
            <a:off x="1452557" y="5019923"/>
            <a:ext cx="240482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Active/Running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B34998-7A22-7640-B9FA-7EF0E1F71F0B}"/>
              </a:ext>
            </a:extLst>
          </p:cNvPr>
          <p:cNvSpPr/>
          <p:nvPr/>
        </p:nvSpPr>
        <p:spPr>
          <a:xfrm>
            <a:off x="2153069" y="2108200"/>
            <a:ext cx="100380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Killed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2C01AEF-A008-8746-BE77-9A0451059D4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156870" y="2339033"/>
            <a:ext cx="135497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D9309F-502D-1546-B7C5-77C0D22A048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857381" y="5250756"/>
            <a:ext cx="65446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826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896C5-BF91-0F4E-A99C-05A4495A7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states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F98943-DC30-FB45-B1E6-4A932D0156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1280531"/>
              </p:ext>
            </p:extLst>
          </p:nvPr>
        </p:nvGraphicFramePr>
        <p:xfrm>
          <a:off x="1097280" y="2882900"/>
          <a:ext cx="10515600" cy="18542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4621846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166282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82979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09427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Visible to 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 foreground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76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nonexistent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3211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Stopped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26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paused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Yes/Partially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570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resumed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799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377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7973F-E6F9-9A46-A54A-0D65335D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76887-89D0-5A4A-83BE-410B44DA2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2A4FBC62-CE55-4249-8DEA-D6276C142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0" y="0"/>
            <a:ext cx="4814721" cy="61956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62F763-AF20-6647-B9D4-DDB1C41178C2}"/>
              </a:ext>
            </a:extLst>
          </p:cNvPr>
          <p:cNvSpPr txBox="1"/>
          <p:nvPr/>
        </p:nvSpPr>
        <p:spPr>
          <a:xfrm>
            <a:off x="9935525" y="6108111"/>
            <a:ext cx="2315468" cy="30777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 dirty="0">
                <a:solidFill>
                  <a:srgbClr val="FFFFFF"/>
                </a:solidFill>
                <a:hlinkClick r:id="rId3" tooltip="https://stackoverflow.com/questions/35946784/sharedpreferences-being-saved-loaded-in-onpause-and-oncre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US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US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80626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Univers Condense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nivers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584</Words>
  <Application>Microsoft Office PowerPoint</Application>
  <PresentationFormat>Widescreen</PresentationFormat>
  <Paragraphs>117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RetrospectVTI</vt:lpstr>
      <vt:lpstr>First Android Application</vt:lpstr>
      <vt:lpstr>Navigating in Android Studio</vt:lpstr>
      <vt:lpstr>PowerPoint Presentation</vt:lpstr>
      <vt:lpstr>Laying out the UI</vt:lpstr>
      <vt:lpstr>Linear layout</vt:lpstr>
      <vt:lpstr>String resources &amp; View objects</vt:lpstr>
      <vt:lpstr>Wiring up widgets</vt:lpstr>
      <vt:lpstr>View binding</vt:lpstr>
      <vt:lpstr>View binding</vt:lpstr>
      <vt:lpstr>Making Toasts</vt:lpstr>
      <vt:lpstr>App lifecycle</vt:lpstr>
      <vt:lpstr>Activity state diagram</vt:lpstr>
      <vt:lpstr>Activity states</vt:lpstr>
      <vt:lpstr>Activity life 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Android Application</dc:title>
  <dc:creator>Praveenkumar Khethavath</dc:creator>
  <cp:lastModifiedBy>Anthony Cordio</cp:lastModifiedBy>
  <cp:revision>15</cp:revision>
  <dcterms:created xsi:type="dcterms:W3CDTF">2020-03-31T03:03:54Z</dcterms:created>
  <dcterms:modified xsi:type="dcterms:W3CDTF">2026-03-08T18:01:06Z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a1855b2-0a05-4494-a903-f3f23f3f98e0_Enabled">
    <vt:lpwstr>true</vt:lpwstr>
  </property>
  <property fmtid="{D5CDD505-2E9C-101B-9397-08002B2CF9AE}" pid="3" name="MSIP_Label_fa1855b2-0a05-4494-a903-f3f23f3f98e0_SetDate">
    <vt:lpwstr>2023-03-26T02:48:16Z</vt:lpwstr>
  </property>
  <property fmtid="{D5CDD505-2E9C-101B-9397-08002B2CF9AE}" pid="4" name="MSIP_Label_fa1855b2-0a05-4494-a903-f3f23f3f98e0_Method">
    <vt:lpwstr>Standard</vt:lpwstr>
  </property>
  <property fmtid="{D5CDD505-2E9C-101B-9397-08002B2CF9AE}" pid="5" name="MSIP_Label_fa1855b2-0a05-4494-a903-f3f23f3f98e0_Name">
    <vt:lpwstr>defa4170-0d19-0005-0004-bc88714345d2</vt:lpwstr>
  </property>
  <property fmtid="{D5CDD505-2E9C-101B-9397-08002B2CF9AE}" pid="6" name="MSIP_Label_fa1855b2-0a05-4494-a903-f3f23f3f98e0_SiteId">
    <vt:lpwstr>6f60f0b3-5f06-4e09-9715-989dba8cc7d8</vt:lpwstr>
  </property>
  <property fmtid="{D5CDD505-2E9C-101B-9397-08002B2CF9AE}" pid="7" name="MSIP_Label_fa1855b2-0a05-4494-a903-f3f23f3f98e0_ActionId">
    <vt:lpwstr>0683ba62-e673-45ef-9d4e-c958ba78eadf</vt:lpwstr>
  </property>
  <property fmtid="{D5CDD505-2E9C-101B-9397-08002B2CF9AE}" pid="8" name="MSIP_Label_fa1855b2-0a05-4494-a903-f3f23f3f98e0_ContentBits">
    <vt:lpwstr>0</vt:lpwstr>
  </property>
</Properties>
</file>