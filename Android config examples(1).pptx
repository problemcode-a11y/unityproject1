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460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2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5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21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10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8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9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68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6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3/8/2026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22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30" r:id="rId6"/>
    <p:sldLayoutId id="2147483725" r:id="rId7"/>
    <p:sldLayoutId id="2147483726" r:id="rId8"/>
    <p:sldLayoutId id="2147483727" r:id="rId9"/>
    <p:sldLayoutId id="2147483729" r:id="rId10"/>
    <p:sldLayoutId id="2147483728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96F4257-8A8B-4687-A362-2FB0FD5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87E6C-93E1-6A45-AD17-361F699EF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8" y="1597961"/>
            <a:ext cx="3231633" cy="3162300"/>
          </a:xfrm>
        </p:spPr>
        <p:txBody>
          <a:bodyPr>
            <a:normAutofit/>
          </a:bodyPr>
          <a:lstStyle/>
          <a:p>
            <a:r>
              <a:rPr lang="en-US" dirty="0"/>
              <a:t>Android app 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BA8EA-E98A-4240-A784-B6F7FC1C2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8" y="4902489"/>
            <a:ext cx="3231633" cy="98507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B7E46-FCBF-464B-8083-9AF1A059E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-1263"/>
            <a:ext cx="3484819" cy="3430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9A868-152F-4392-8D0D-C56B1C229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3429000"/>
            <a:ext cx="3483870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34">
            <a:extLst>
              <a:ext uri="{FF2B5EF4-FFF2-40B4-BE49-F238E27FC236}">
                <a16:creationId xmlns:a16="http://schemas.microsoft.com/office/drawing/2014/main" id="{613F7046-4879-4110-98EC-7B7416E55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3582" y="3407228"/>
            <a:ext cx="3428999" cy="3484818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E14A411-88B5-46A6-AD90-72073BCB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9837" y="3431225"/>
            <a:ext cx="3482163" cy="3430264"/>
          </a:xfrm>
          <a:custGeom>
            <a:avLst/>
            <a:gdLst>
              <a:gd name="connsiteX0" fmla="*/ 3478283 w 3482163"/>
              <a:gd name="connsiteY0" fmla="*/ 0 h 3430264"/>
              <a:gd name="connsiteX1" fmla="*/ 3482163 w 3482163"/>
              <a:gd name="connsiteY1" fmla="*/ 0 h 3430264"/>
              <a:gd name="connsiteX2" fmla="*/ 3482163 w 3482163"/>
              <a:gd name="connsiteY2" fmla="*/ 3430264 h 3430264"/>
              <a:gd name="connsiteX3" fmla="*/ 0 w 3482163"/>
              <a:gd name="connsiteY3" fmla="*/ 3430264 h 3430264"/>
              <a:gd name="connsiteX4" fmla="*/ 0 w 3482163"/>
              <a:gd name="connsiteY4" fmla="*/ 3426283 h 3430264"/>
              <a:gd name="connsiteX5" fmla="*/ 335407 w 3482163"/>
              <a:gd name="connsiteY5" fmla="*/ 3410137 h 3430264"/>
              <a:gd name="connsiteX6" fmla="*/ 3473897 w 3482163"/>
              <a:gd name="connsiteY6" fmla="*/ 170675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2163" h="3430264">
                <a:moveTo>
                  <a:pt x="3478283" y="0"/>
                </a:moveTo>
                <a:lnTo>
                  <a:pt x="3482163" y="0"/>
                </a:lnTo>
                <a:lnTo>
                  <a:pt x="3482163" y="3430264"/>
                </a:lnTo>
                <a:lnTo>
                  <a:pt x="0" y="3430264"/>
                </a:lnTo>
                <a:lnTo>
                  <a:pt x="0" y="3426283"/>
                </a:lnTo>
                <a:lnTo>
                  <a:pt x="335407" y="3410137"/>
                </a:lnTo>
                <a:cubicBezTo>
                  <a:pt x="2041201" y="3245035"/>
                  <a:pt x="3386298" y="1871077"/>
                  <a:pt x="3473897" y="17067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1964B-3BD8-43E4-5830-601F85901C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947" r="458" b="-2"/>
          <a:stretch/>
        </p:blipFill>
        <p:spPr>
          <a:xfrm>
            <a:off x="8699542" y="2"/>
            <a:ext cx="3492458" cy="6858001"/>
          </a:xfrm>
          <a:custGeom>
            <a:avLst/>
            <a:gdLst/>
            <a:ahLst/>
            <a:cxnLst/>
            <a:rect l="l" t="t" r="r" b="b"/>
            <a:pathLst>
              <a:path w="3492458" h="6858001">
                <a:moveTo>
                  <a:pt x="0" y="0"/>
                </a:moveTo>
                <a:lnTo>
                  <a:pt x="3492458" y="0"/>
                </a:lnTo>
                <a:lnTo>
                  <a:pt x="3492458" y="3430264"/>
                </a:lnTo>
                <a:lnTo>
                  <a:pt x="3488603" y="3430264"/>
                </a:lnTo>
                <a:lnTo>
                  <a:pt x="3484192" y="3601898"/>
                </a:lnTo>
                <a:cubicBezTo>
                  <a:pt x="3390753" y="5415660"/>
                  <a:pt x="1866561" y="6858001"/>
                  <a:pt x="0" y="6858001"/>
                </a:cubicBezTo>
                <a:lnTo>
                  <a:pt x="0" y="3430264"/>
                </a:lnTo>
                <a:lnTo>
                  <a:pt x="0" y="342524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6279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E08FB-5BD3-5548-8C03-3CB7AECA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state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F478C-4D9E-E041-BCF5-C4FC0C14E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 class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android.util.Log</a:t>
            </a:r>
            <a:endParaRPr lang="en-US" dirty="0"/>
          </a:p>
          <a:p>
            <a:pPr lvl="1"/>
            <a:r>
              <a:rPr lang="en-US" dirty="0"/>
              <a:t>Alt-Insert keyboard shortcut to add other methods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4A2D8-3FF8-E640-96D0-7E61FB11B5B9}"/>
              </a:ext>
            </a:extLst>
          </p:cNvPr>
          <p:cNvSpPr txBox="1"/>
          <p:nvPr/>
        </p:nvSpPr>
        <p:spPr>
          <a:xfrm>
            <a:off x="6377302" y="2594113"/>
            <a:ext cx="448796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private </a:t>
            </a:r>
            <a:r>
              <a:rPr lang="en-US" sz="1400" dirty="0" err="1"/>
              <a:t>lateinit</a:t>
            </a:r>
            <a:r>
              <a:rPr lang="en-US" sz="1400" dirty="0"/>
              <a:t> var binding: </a:t>
            </a:r>
            <a:r>
              <a:rPr lang="en-US" sz="1400" dirty="0" err="1"/>
              <a:t>ActivityMainBinding</a:t>
            </a:r>
            <a:endParaRPr lang="en-US" sz="1400" dirty="0"/>
          </a:p>
          <a:p>
            <a:r>
              <a:rPr lang="en-US" sz="1400" b="1" dirty="0"/>
              <a:t>private </a:t>
            </a:r>
            <a:r>
              <a:rPr lang="en-US" sz="1400" b="1" dirty="0" err="1"/>
              <a:t>val</a:t>
            </a:r>
            <a:r>
              <a:rPr lang="en-US" sz="1400" b="1" dirty="0"/>
              <a:t> TAG = "</a:t>
            </a:r>
            <a:r>
              <a:rPr lang="en-US" sz="1400" b="1" dirty="0" err="1"/>
              <a:t>StateChange</a:t>
            </a:r>
            <a:r>
              <a:rPr lang="en-US" sz="1400" b="1" dirty="0"/>
              <a:t>”</a:t>
            </a:r>
          </a:p>
          <a:p>
            <a:endParaRPr lang="en-US" sz="1400" b="1" dirty="0"/>
          </a:p>
          <a:p>
            <a:r>
              <a:rPr lang="en-US" sz="1400" dirty="0"/>
              <a:t>override fun </a:t>
            </a:r>
            <a:r>
              <a:rPr lang="en-US" sz="1400" dirty="0" err="1"/>
              <a:t>onCreate</a:t>
            </a:r>
            <a:r>
              <a:rPr lang="en-US" sz="1400" dirty="0"/>
              <a:t>(</a:t>
            </a:r>
            <a:r>
              <a:rPr lang="en-US" sz="1400" dirty="0" err="1"/>
              <a:t>savedInstanceState</a:t>
            </a:r>
            <a:r>
              <a:rPr lang="en-US" sz="1400" dirty="0"/>
              <a:t>: Bundle?) {</a:t>
            </a:r>
          </a:p>
          <a:p>
            <a:r>
              <a:rPr lang="en-US" sz="1400" dirty="0" err="1"/>
              <a:t>super.onCreate</a:t>
            </a:r>
            <a:r>
              <a:rPr lang="en-US" sz="1400" dirty="0"/>
              <a:t>(</a:t>
            </a:r>
            <a:r>
              <a:rPr lang="en-US" sz="1400" dirty="0" err="1"/>
              <a:t>savedInstanceState</a:t>
            </a:r>
            <a:r>
              <a:rPr lang="en-US" sz="1400" dirty="0"/>
              <a:t>)</a:t>
            </a:r>
          </a:p>
          <a:p>
            <a:r>
              <a:rPr lang="en-US" sz="1400" dirty="0"/>
              <a:t>binding = </a:t>
            </a:r>
            <a:r>
              <a:rPr lang="en-US" sz="1400" dirty="0" err="1"/>
              <a:t>ActivityMainBinding.inflate</a:t>
            </a:r>
            <a:r>
              <a:rPr lang="en-US" sz="1400" dirty="0"/>
              <a:t>(</a:t>
            </a:r>
            <a:r>
              <a:rPr lang="en-US" sz="1400" dirty="0" err="1"/>
              <a:t>layoutInflater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setContentView</a:t>
            </a:r>
            <a:r>
              <a:rPr lang="en-US" sz="1400" dirty="0"/>
              <a:t>(</a:t>
            </a:r>
            <a:r>
              <a:rPr lang="en-US" sz="1400" dirty="0" err="1"/>
              <a:t>binding.root</a:t>
            </a:r>
            <a:r>
              <a:rPr lang="en-US" sz="1400" dirty="0"/>
              <a:t>)</a:t>
            </a:r>
          </a:p>
          <a:p>
            <a:r>
              <a:rPr lang="en-US" sz="1400" b="1" dirty="0" err="1"/>
              <a:t>Log.i</a:t>
            </a:r>
            <a:r>
              <a:rPr lang="en-US" sz="1400" b="1" dirty="0"/>
              <a:t>(TAG, "</a:t>
            </a:r>
            <a:r>
              <a:rPr lang="en-US" sz="1400" b="1" dirty="0" err="1"/>
              <a:t>onCreate</a:t>
            </a:r>
            <a:r>
              <a:rPr lang="en-US" sz="1400" b="1" dirty="0"/>
              <a:t>")</a:t>
            </a:r>
          </a:p>
          <a:p>
            <a:r>
              <a:rPr lang="en-US" sz="1400" dirty="0"/>
              <a:t>}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53E90B-F494-9941-9CBF-F2152B39FB38}"/>
              </a:ext>
            </a:extLst>
          </p:cNvPr>
          <p:cNvSpPr txBox="1"/>
          <p:nvPr/>
        </p:nvSpPr>
        <p:spPr>
          <a:xfrm>
            <a:off x="1590261" y="3627784"/>
            <a:ext cx="335942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override fun </a:t>
            </a:r>
            <a:r>
              <a:rPr lang="en-US" sz="1600" dirty="0" err="1"/>
              <a:t>onStart</a:t>
            </a:r>
            <a:r>
              <a:rPr lang="en-US" sz="1600" dirty="0"/>
              <a:t>() {</a:t>
            </a:r>
          </a:p>
          <a:p>
            <a:r>
              <a:rPr lang="en-US" sz="1600" dirty="0" err="1"/>
              <a:t>super.onStart</a:t>
            </a:r>
            <a:r>
              <a:rPr lang="en-US" sz="1600" dirty="0"/>
              <a:t>()</a:t>
            </a:r>
          </a:p>
          <a:p>
            <a:r>
              <a:rPr lang="en-US" sz="1600" dirty="0" err="1"/>
              <a:t>Log.i</a:t>
            </a:r>
            <a:r>
              <a:rPr lang="en-US" sz="1600" dirty="0"/>
              <a:t>(TAG, "</a:t>
            </a:r>
            <a:r>
              <a:rPr lang="en-US" sz="1600" dirty="0" err="1"/>
              <a:t>onStart</a:t>
            </a:r>
            <a:r>
              <a:rPr lang="en-US" sz="1600" dirty="0"/>
              <a:t>")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override fun </a:t>
            </a:r>
            <a:r>
              <a:rPr lang="en-US" sz="1600" dirty="0" err="1"/>
              <a:t>onResume</a:t>
            </a:r>
            <a:r>
              <a:rPr lang="en-US" sz="1600" dirty="0"/>
              <a:t>() {</a:t>
            </a:r>
          </a:p>
          <a:p>
            <a:r>
              <a:rPr lang="en-US" sz="1600" dirty="0" err="1"/>
              <a:t>super.onResume</a:t>
            </a:r>
            <a:r>
              <a:rPr lang="en-US" sz="1600" dirty="0"/>
              <a:t>()</a:t>
            </a:r>
          </a:p>
          <a:p>
            <a:r>
              <a:rPr lang="en-US" sz="1600" dirty="0" err="1"/>
              <a:t>Log.i</a:t>
            </a:r>
            <a:r>
              <a:rPr lang="en-US" sz="1600" dirty="0"/>
              <a:t>(TAG, "</a:t>
            </a:r>
            <a:r>
              <a:rPr lang="en-US" sz="1600" dirty="0" err="1"/>
              <a:t>onResume</a:t>
            </a:r>
            <a:r>
              <a:rPr lang="en-US" sz="1600" dirty="0"/>
              <a:t>")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override fun </a:t>
            </a:r>
            <a:r>
              <a:rPr lang="en-US" sz="1600" dirty="0" err="1"/>
              <a:t>onPause</a:t>
            </a:r>
            <a:r>
              <a:rPr lang="en-US" sz="1600" dirty="0"/>
              <a:t>() {</a:t>
            </a:r>
          </a:p>
          <a:p>
            <a:r>
              <a:rPr lang="en-US" sz="1600" dirty="0" err="1"/>
              <a:t>super.onPause</a:t>
            </a:r>
            <a:r>
              <a:rPr lang="en-US" sz="1600" dirty="0"/>
              <a:t>()</a:t>
            </a:r>
          </a:p>
          <a:p>
            <a:r>
              <a:rPr lang="en-US" sz="1600" dirty="0" err="1"/>
              <a:t>Log.i</a:t>
            </a:r>
            <a:r>
              <a:rPr lang="en-US" sz="1600" dirty="0"/>
              <a:t>(TAG, "</a:t>
            </a:r>
            <a:r>
              <a:rPr lang="en-US" sz="1600" dirty="0" err="1"/>
              <a:t>onPause</a:t>
            </a:r>
            <a:r>
              <a:rPr lang="en-US" sz="1600" dirty="0"/>
              <a:t>")</a:t>
            </a:r>
          </a:p>
          <a:p>
            <a:r>
              <a:rPr lang="en-US" sz="16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12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6C268-BDD7-374B-B1B0-FACF67A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Using the Logcat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199C5-4FA7-924B-9EF8-2DA92E452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select the Edit Filter Configuration menu option</a:t>
            </a:r>
          </a:p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67C2D-9037-F242-9CEB-CBBE0148D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180" y="3912344"/>
            <a:ext cx="4788861" cy="215498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D43BC-0A4B-264C-AF12-FCE8650A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63" y="2414163"/>
            <a:ext cx="9388442" cy="117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06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1173-D61D-9448-A6B1-64FD9F869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and restoring android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F0664-96FE-9245-8A3D-A10A8FBCA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Automatic saving of state for a user interface view can be disabled in the XML layout file</a:t>
            </a:r>
          </a:p>
          <a:p>
            <a:pPr lvl="1"/>
            <a:r>
              <a:rPr lang="en-US" sz="1400" dirty="0" err="1"/>
              <a:t>android:saveEnabled</a:t>
            </a:r>
            <a:r>
              <a:rPr lang="en-US" sz="1400" dirty="0"/>
              <a:t> property to false</a:t>
            </a:r>
          </a:p>
          <a:p>
            <a:pPr lvl="1"/>
            <a:r>
              <a:rPr lang="en-US" sz="1400" dirty="0" err="1"/>
              <a:t>putCharSequence</a:t>
            </a:r>
            <a:r>
              <a:rPr lang="en-US" sz="1400" dirty="0"/>
              <a:t>() and </a:t>
            </a:r>
            <a:r>
              <a:rPr lang="en-US" sz="1400" dirty="0" err="1"/>
              <a:t>getCharSequence</a:t>
            </a:r>
            <a:r>
              <a:rPr lang="en-US" sz="1400" dirty="0"/>
              <a:t>() methods are used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CA8F3-F303-694A-9B3F-C24C083291B1}"/>
              </a:ext>
            </a:extLst>
          </p:cNvPr>
          <p:cNvSpPr txBox="1"/>
          <p:nvPr/>
        </p:nvSpPr>
        <p:spPr>
          <a:xfrm>
            <a:off x="2096789" y="3429000"/>
            <a:ext cx="570542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override fun </a:t>
            </a:r>
            <a:r>
              <a:rPr lang="en-US" sz="1400" dirty="0" err="1"/>
              <a:t>onSaveInstanceState</a:t>
            </a:r>
            <a:r>
              <a:rPr lang="en-US" sz="1400" dirty="0"/>
              <a:t>(</a:t>
            </a:r>
            <a:r>
              <a:rPr lang="en-US" sz="1400" dirty="0" err="1"/>
              <a:t>outState</a:t>
            </a:r>
            <a:r>
              <a:rPr lang="en-US" sz="1400" dirty="0"/>
              <a:t>: Bundle?) {</a:t>
            </a:r>
          </a:p>
          <a:p>
            <a:r>
              <a:rPr lang="en-US" sz="1400" dirty="0" err="1"/>
              <a:t>super.onSaveInstanceState</a:t>
            </a:r>
            <a:r>
              <a:rPr lang="en-US" sz="1400" dirty="0"/>
              <a:t>(</a:t>
            </a:r>
            <a:r>
              <a:rPr lang="en-US" sz="1400" dirty="0" err="1"/>
              <a:t>outState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Log.i</a:t>
            </a:r>
            <a:r>
              <a:rPr lang="en-US" sz="1400" dirty="0"/>
              <a:t>(TAG, "</a:t>
            </a:r>
            <a:r>
              <a:rPr lang="en-US" sz="1400" dirty="0" err="1"/>
              <a:t>onSaveInstanceState</a:t>
            </a:r>
            <a:r>
              <a:rPr lang="en-US" sz="1400" dirty="0"/>
              <a:t>")</a:t>
            </a:r>
          </a:p>
          <a:p>
            <a:r>
              <a:rPr lang="en-US" sz="1400" b="1" i="1" dirty="0"/>
              <a:t>//Saving a state</a:t>
            </a:r>
          </a:p>
          <a:p>
            <a:r>
              <a:rPr lang="en-US" sz="1400" b="1" dirty="0" err="1"/>
              <a:t>val</a:t>
            </a:r>
            <a:r>
              <a:rPr lang="en-US" sz="1400" b="1" dirty="0"/>
              <a:t> </a:t>
            </a:r>
            <a:r>
              <a:rPr lang="en-US" sz="1400" b="1" dirty="0" err="1"/>
              <a:t>userText</a:t>
            </a:r>
            <a:r>
              <a:rPr lang="en-US" sz="1400" b="1" dirty="0"/>
              <a:t> = </a:t>
            </a:r>
            <a:r>
              <a:rPr lang="en-US" sz="1400" b="1" dirty="0" err="1"/>
              <a:t>binding.editText.text</a:t>
            </a:r>
            <a:endParaRPr lang="en-US" sz="1400" b="1" dirty="0"/>
          </a:p>
          <a:p>
            <a:r>
              <a:rPr lang="en-US" sz="1400" b="1" dirty="0" err="1"/>
              <a:t>outState.putCharSequence</a:t>
            </a:r>
            <a:r>
              <a:rPr lang="en-US" sz="1400" b="1" dirty="0"/>
              <a:t>("</a:t>
            </a:r>
            <a:r>
              <a:rPr lang="en-US" sz="1400" b="1" dirty="0" err="1"/>
              <a:t>savedText</a:t>
            </a:r>
            <a:r>
              <a:rPr lang="en-US" sz="1400" b="1" dirty="0"/>
              <a:t>", </a:t>
            </a:r>
            <a:r>
              <a:rPr lang="en-US" sz="1400" b="1" dirty="0" err="1"/>
              <a:t>userText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  <a:p>
            <a:r>
              <a:rPr lang="en-US" sz="1400" dirty="0"/>
              <a:t>override fun </a:t>
            </a:r>
            <a:r>
              <a:rPr lang="en-US" sz="1400" dirty="0" err="1"/>
              <a:t>onRestoreInstanceState</a:t>
            </a:r>
            <a:r>
              <a:rPr lang="en-US" sz="1400" dirty="0"/>
              <a:t>(</a:t>
            </a:r>
            <a:r>
              <a:rPr lang="en-US" sz="1400" dirty="0" err="1"/>
              <a:t>savedInstanceState</a:t>
            </a:r>
            <a:r>
              <a:rPr lang="en-US" sz="1400" dirty="0"/>
              <a:t>: Bundle?) {</a:t>
            </a:r>
          </a:p>
          <a:p>
            <a:r>
              <a:rPr lang="en-US" sz="1400" dirty="0" err="1"/>
              <a:t>super.onRestoreInstanceState</a:t>
            </a:r>
            <a:r>
              <a:rPr lang="en-US" sz="1400" dirty="0"/>
              <a:t>(</a:t>
            </a:r>
            <a:r>
              <a:rPr lang="en-US" sz="1400" dirty="0" err="1"/>
              <a:t>savedInstanceState</a:t>
            </a:r>
            <a:r>
              <a:rPr lang="en-US" sz="1400" dirty="0"/>
              <a:t>)</a:t>
            </a:r>
          </a:p>
          <a:p>
            <a:r>
              <a:rPr lang="en-US" sz="1400" dirty="0" err="1"/>
              <a:t>Log.i</a:t>
            </a:r>
            <a:r>
              <a:rPr lang="en-US" sz="1400" dirty="0"/>
              <a:t>(TAG, "</a:t>
            </a:r>
            <a:r>
              <a:rPr lang="en-US" sz="1400" dirty="0" err="1"/>
              <a:t>onRestoreInstanceState</a:t>
            </a:r>
            <a:r>
              <a:rPr lang="en-US" sz="1400" dirty="0"/>
              <a:t>")</a:t>
            </a:r>
          </a:p>
          <a:p>
            <a:r>
              <a:rPr lang="en-US" sz="1400" b="1" i="1" dirty="0"/>
              <a:t>//Restoring a state</a:t>
            </a:r>
          </a:p>
          <a:p>
            <a:r>
              <a:rPr lang="en-US" sz="1400" b="1" dirty="0" err="1"/>
              <a:t>val</a:t>
            </a:r>
            <a:r>
              <a:rPr lang="en-US" sz="1400" b="1" dirty="0"/>
              <a:t> </a:t>
            </a:r>
            <a:r>
              <a:rPr lang="en-US" sz="1400" b="1" dirty="0" err="1"/>
              <a:t>userText</a:t>
            </a:r>
            <a:r>
              <a:rPr lang="en-US" sz="1400" b="1" dirty="0"/>
              <a:t> = </a:t>
            </a:r>
            <a:r>
              <a:rPr lang="en-US" sz="1400" b="1" dirty="0" err="1"/>
              <a:t>savedInstanceState.getCharSequence</a:t>
            </a:r>
            <a:r>
              <a:rPr lang="en-US" sz="1400" b="1" dirty="0"/>
              <a:t>("</a:t>
            </a:r>
            <a:r>
              <a:rPr lang="en-US" sz="1400" b="1" dirty="0" err="1"/>
              <a:t>savedText</a:t>
            </a:r>
            <a:r>
              <a:rPr lang="en-US" sz="1400" b="1" dirty="0"/>
              <a:t>")</a:t>
            </a:r>
          </a:p>
          <a:p>
            <a:r>
              <a:rPr lang="en-US" sz="1400" b="1" dirty="0" err="1"/>
              <a:t>binding.editText.setText</a:t>
            </a:r>
            <a:r>
              <a:rPr lang="en-US" sz="1400" b="1" dirty="0"/>
              <a:t>(</a:t>
            </a:r>
            <a:r>
              <a:rPr lang="en-US" sz="1400" b="1" dirty="0" err="1"/>
              <a:t>userText</a:t>
            </a:r>
            <a:r>
              <a:rPr lang="en-US" sz="1400" b="1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}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817992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AnalogousFromRegularSeedLeftStep">
      <a:dk1>
        <a:srgbClr val="000000"/>
      </a:dk1>
      <a:lt1>
        <a:srgbClr val="FFFFFF"/>
      </a:lt1>
      <a:dk2>
        <a:srgbClr val="1A212F"/>
      </a:dk2>
      <a:lt2>
        <a:srgbClr val="F3F3F0"/>
      </a:lt2>
      <a:accent1>
        <a:srgbClr val="3D2CE7"/>
      </a:accent1>
      <a:accent2>
        <a:srgbClr val="1755D5"/>
      </a:accent2>
      <a:accent3>
        <a:srgbClr val="29B6E7"/>
      </a:accent3>
      <a:accent4>
        <a:srgbClr val="15C2A6"/>
      </a:accent4>
      <a:accent5>
        <a:srgbClr val="23C467"/>
      </a:accent5>
      <a:accent6>
        <a:srgbClr val="16C917"/>
      </a:accent6>
      <a:hlink>
        <a:srgbClr val="899230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268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BlocksVTI</vt:lpstr>
      <vt:lpstr>Android app examples</vt:lpstr>
      <vt:lpstr>Activity state changes</vt:lpstr>
      <vt:lpstr>Using the Logcat panel</vt:lpstr>
      <vt:lpstr>Saving and restoring android 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app examples</dc:title>
  <dc:creator>Praveenkumar.Khethavath78</dc:creator>
  <cp:lastModifiedBy>Anthony Cordio</cp:lastModifiedBy>
  <cp:revision>4</cp:revision>
  <dcterms:created xsi:type="dcterms:W3CDTF">2022-04-05T13:57:06Z</dcterms:created>
  <dcterms:modified xsi:type="dcterms:W3CDTF">2026-03-08T18:12:29Z</dcterms:modified>
</cp:coreProperties>
</file>